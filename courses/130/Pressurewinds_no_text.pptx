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68" r:id="rId2"/>
    <p:sldId id="269" r:id="rId3"/>
    <p:sldId id="274" r:id="rId4"/>
    <p:sldId id="273" r:id="rId5"/>
    <p:sldId id="342" r:id="rId6"/>
    <p:sldId id="285" r:id="rId7"/>
    <p:sldId id="286" r:id="rId8"/>
    <p:sldId id="314" r:id="rId9"/>
    <p:sldId id="261" r:id="rId10"/>
    <p:sldId id="341" r:id="rId11"/>
    <p:sldId id="308" r:id="rId12"/>
    <p:sldId id="335" r:id="rId13"/>
    <p:sldId id="336" r:id="rId14"/>
    <p:sldId id="280" r:id="rId15"/>
    <p:sldId id="344" r:id="rId16"/>
    <p:sldId id="278" r:id="rId17"/>
    <p:sldId id="281" r:id="rId18"/>
    <p:sldId id="284" r:id="rId19"/>
    <p:sldId id="316" r:id="rId20"/>
    <p:sldId id="340" r:id="rId21"/>
    <p:sldId id="305" r:id="rId22"/>
    <p:sldId id="313" r:id="rId23"/>
    <p:sldId id="307" r:id="rId24"/>
    <p:sldId id="266" r:id="rId2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2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2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2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2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2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2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2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2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2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76471" autoAdjust="0"/>
  </p:normalViewPr>
  <p:slideViewPr>
    <p:cSldViewPr>
      <p:cViewPr varScale="1">
        <p:scale>
          <a:sx n="48" d="100"/>
          <a:sy n="48" d="100"/>
        </p:scale>
        <p:origin x="1172" y="2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A7CABEF0-8C2F-15CD-995A-84A234A5B4F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C3DCEDA2-8D66-0875-23CF-E1179650B55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484B5658-26BB-E5FE-6004-55AFCC6FC36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9" name="Rectangle 5">
            <a:extLst>
              <a:ext uri="{FF2B5EF4-FFF2-40B4-BE49-F238E27FC236}">
                <a16:creationId xmlns:a16="http://schemas.microsoft.com/office/drawing/2014/main" id="{900C4053-2AA2-26BD-CA55-8DDC2A20229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6630" name="Rectangle 6">
            <a:extLst>
              <a:ext uri="{FF2B5EF4-FFF2-40B4-BE49-F238E27FC236}">
                <a16:creationId xmlns:a16="http://schemas.microsoft.com/office/drawing/2014/main" id="{9DE1B8C7-FE4E-DB80-86BA-31474DCC80B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31" name="Rectangle 7">
            <a:extLst>
              <a:ext uri="{FF2B5EF4-FFF2-40B4-BE49-F238E27FC236}">
                <a16:creationId xmlns:a16="http://schemas.microsoft.com/office/drawing/2014/main" id="{3E2C9F7B-6B71-1167-FA3A-15BD998312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fld id="{3ED0DE47-AD47-491D-B474-3BB7988EACC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ADF40E29-41FB-0AF2-9896-819D5B656C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A1B6519-0BD0-4727-8712-23C5F27A8FE4}" type="slidenum"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</a:rPr>
              <a:pPr eaLnBrk="1" hangingPunct="1"/>
              <a:t>1</a:t>
            </a:fld>
            <a:endParaRPr lang="en-US" altLang="en-US" sz="12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3C078BB6-241E-8997-916A-824934DE4D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98617736-B82B-CDF7-2483-380E4121B7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dirty="0"/>
              <a:t>https://earth.nullschool.net/#current/wind/surface/level/orthographic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2D0F85FF-256D-C850-0507-8CB14CEE78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F2690DD-567E-4A9B-8A92-DAB4F1947F2D}" type="slidenum"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</a:rPr>
              <a:pPr eaLnBrk="1" hangingPunct="1"/>
              <a:t>2</a:t>
            </a:fld>
            <a:endParaRPr lang="en-US" altLang="en-US" sz="12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F8486DB1-F587-A21C-FB33-C02367E895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81D7D199-79DC-8A40-4C93-80082ED7C3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8C39C5D4-4359-27FD-4A97-A4B013976F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085BCEB-9241-4D2F-A76B-00C9F2A5D0FB}" type="slidenum"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</a:rPr>
              <a:pPr eaLnBrk="1" hangingPunct="1"/>
              <a:t>3</a:t>
            </a:fld>
            <a:endParaRPr lang="en-US" altLang="en-US" sz="12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7C3E6BCF-BB28-AD1C-1738-159A988C6E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A0B63722-21F2-3592-1D67-CAB3A3A2E0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721824BA-EFC4-B177-8364-26CCA74D21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FFF573E-BC5A-4986-A505-77C2AEDCD685}" type="slidenum"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</a:rPr>
              <a:pPr eaLnBrk="1" hangingPunct="1"/>
              <a:t>4</a:t>
            </a:fld>
            <a:endParaRPr lang="en-US" altLang="en-US" sz="12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77C63B30-4B61-00BC-5E14-31772D3587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AA315577-7083-03CA-88A9-008B82E6BB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A6075F48-86D4-7784-AEDE-CDE310EA50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C741DC0-F396-4F27-ADFD-047A32B2362D}" type="slidenum"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</a:rPr>
              <a:pPr eaLnBrk="1" hangingPunct="1"/>
              <a:t>6</a:t>
            </a:fld>
            <a:endParaRPr lang="en-US" altLang="en-US" sz="12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AF0427A8-AC17-12AB-2963-AEDC3143BD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F826A7B4-8E7A-25FB-94AC-46DEB1CD21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D1E52EDE-5BA5-A2E6-62FE-27D15E8911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507E040-26E8-4ED1-867B-DA1823EBA66C}" type="slidenum"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</a:rPr>
              <a:pPr eaLnBrk="1" hangingPunct="1"/>
              <a:t>7</a:t>
            </a:fld>
            <a:endParaRPr lang="en-US" altLang="en-US" sz="12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09EDAAEF-B386-922F-742F-AA30DBD53B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A6C37776-8C44-FFCC-84BD-2F97A9965D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B0EDD3B9-64B8-8407-B61A-269675FA5D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271C761-0F6D-420E-B78E-86D91EB3D4BF}" type="slidenum"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</a:rPr>
              <a:pPr eaLnBrk="1" hangingPunct="1"/>
              <a:t>8</a:t>
            </a:fld>
            <a:endParaRPr lang="en-US" altLang="en-US" sz="12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3F317B98-E8F6-10DE-BF2F-603904F88D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1DC760C2-4D4F-9007-A101-8A9AFE0D98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9805ACF1-D41B-3F11-59C4-9DD72E7B63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98A541E-90A3-42FE-8D49-767DECF3396F}" type="slidenum"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</a:rPr>
              <a:pPr eaLnBrk="1" hangingPunct="1"/>
              <a:t>9</a:t>
            </a:fld>
            <a:endParaRPr lang="en-US" altLang="en-US" sz="12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F999C4A2-C88E-E1A2-E481-DD840772AF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01C7CD9D-34BD-5CA8-EE7F-7E07534C3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23C81-41DC-936B-68EF-71EBC2313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C5D4C543-A370-5DA9-45D0-8AE806207B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A0F9971-01A8-464C-849C-A9505434BABA}" type="slidenum"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</a:rPr>
              <a:pPr eaLnBrk="1" hangingPunct="1"/>
              <a:t>10</a:t>
            </a:fld>
            <a:endParaRPr lang="en-US" altLang="en-US" sz="12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62295A82-02D5-EF15-3085-F6CF013F85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5E2DEBDF-2EBA-264C-484C-BCC831BAFE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501074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27C7D665-A67F-0624-5C4B-3630214558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09557BB-4A36-45EF-8C4D-5269E769ACDC}" type="slidenum"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</a:rPr>
              <a:pPr eaLnBrk="1" hangingPunct="1"/>
              <a:t>11</a:t>
            </a:fld>
            <a:endParaRPr lang="en-US" altLang="en-US" sz="12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41EB27C4-5877-A260-83AA-2C8AFF0D68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D938BF0F-6A90-BD8C-C92B-59ABC6E303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3853D71C-4BDE-AB3C-35C2-1F30CFA695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4E74266-8E21-4B29-920C-FA434A50754E}" type="slidenum"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</a:rPr>
              <a:pPr eaLnBrk="1" hangingPunct="1"/>
              <a:t>12</a:t>
            </a:fld>
            <a:endParaRPr lang="en-US" altLang="en-US" sz="12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631C012B-C1F7-0383-AE64-1F690F8690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54C4ABEB-EE12-5C65-5BC7-15257C4E2B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3346EA81-4DEF-A074-0044-57E39143AB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B783B39-6E72-4EDD-ACFA-ADC83B38951B}" type="slidenum"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</a:rPr>
              <a:pPr eaLnBrk="1" hangingPunct="1"/>
              <a:t>13</a:t>
            </a:fld>
            <a:endParaRPr lang="en-US" altLang="en-US" sz="12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DB0E6737-62B7-CAA5-003B-5A7DDA5E48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A9C27EA8-559D-FFDF-7EEC-430BEF5C44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1ECA96A4-F546-BA17-B16B-8EDA3BB5A0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81DA1B6-9286-4D83-946C-87BB66072EC2}" type="slidenum"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</a:rPr>
              <a:pPr eaLnBrk="1" hangingPunct="1"/>
              <a:t>14</a:t>
            </a:fld>
            <a:endParaRPr lang="en-US" altLang="en-US" sz="12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4498CA17-7945-7D0E-6F68-57D64D467A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8058FD93-D82F-C610-22E9-F5D28A9F18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DE47-AD47-491D-B474-3BB7988EACCD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21849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9AEB1CD4-0530-D4F5-5C6B-DF5827E916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B1B564E-97C1-4D9A-92B4-17C154D187F2}" type="slidenum"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</a:rPr>
              <a:pPr eaLnBrk="1" hangingPunct="1"/>
              <a:t>16</a:t>
            </a:fld>
            <a:endParaRPr lang="en-US" altLang="en-US" sz="12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D651B0EF-AF5C-000D-ED0B-D750467460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0B50730C-A703-D8D6-1DB5-B56287AE91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7786BD11-B185-6802-95BF-5C1643F649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7EF1EB6-E2FB-423C-BF2C-1CD994A9EAD6}" type="slidenum"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</a:rPr>
              <a:pPr eaLnBrk="1" hangingPunct="1"/>
              <a:t>17</a:t>
            </a:fld>
            <a:endParaRPr lang="en-US" altLang="en-US" sz="12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516A7F6F-EC43-2507-16FE-97EF06F55E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CF2E743A-9852-136B-CD9D-3076FB3466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A5C47A56-A3E3-3B61-5F57-DAF7B61C23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E8A4195-0D71-44A7-AE03-52DCA3B33D65}" type="slidenum"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</a:rPr>
              <a:pPr eaLnBrk="1" hangingPunct="1"/>
              <a:t>18</a:t>
            </a:fld>
            <a:endParaRPr lang="en-US" altLang="en-US" sz="12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06145F1F-4B72-84D8-E2A8-B5CD92CE7A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A2624AE8-38C4-11FC-6368-9AB47CA639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034C260B-38BF-4F49-77F0-7723980AA0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CA3161E-4116-4F2B-ADF5-406C4F1D443A}" type="slidenum"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</a:rPr>
              <a:pPr eaLnBrk="1" hangingPunct="1"/>
              <a:t>19</a:t>
            </a:fld>
            <a:endParaRPr lang="en-US" altLang="en-US" sz="12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D0F13C31-9893-7EC2-72C8-3DDD4749E5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1F1A42DE-C387-628C-91F3-5504E174CF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dirty="0"/>
              <a:t>. 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B248668C-73D0-3957-0ED4-F514F4D953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3EDC83D-A7D1-4AC9-BECC-146BD1BE429D}" type="slidenum"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</a:rPr>
              <a:pPr eaLnBrk="1" hangingPunct="1"/>
              <a:t>20</a:t>
            </a:fld>
            <a:endParaRPr lang="en-US" altLang="en-US" sz="12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FE84A8DB-277E-9412-E522-E52BBAD0B4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E3D7FB5B-AF20-0C25-B6AD-4ED6EF91E8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1BA88A3C-45C4-195A-C8DE-0CBE34F649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E8DC918-0FFA-4029-B94B-C02A08F86116}" type="slidenum"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</a:rPr>
              <a:pPr eaLnBrk="1" hangingPunct="1"/>
              <a:t>21</a:t>
            </a:fld>
            <a:endParaRPr lang="en-US" altLang="en-US" sz="12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E422F4B5-1EB5-0D5D-9DAA-21E37EECE2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FBFB0D2D-6D6A-7D1D-F7F3-77D6F4A645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6DD0F650-6543-5864-0246-91314D8AA5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D007AAF-B1FC-4317-A9EB-DDBF61F5DB4F}" type="slidenum"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</a:rPr>
              <a:pPr eaLnBrk="1" hangingPunct="1"/>
              <a:t>22</a:t>
            </a:fld>
            <a:endParaRPr lang="en-US" altLang="en-US" sz="12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2E279174-3400-BF2B-7478-5E05BB3786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803949B3-D64F-EA6C-9CB2-DF854F340A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40A68B4B-E94D-1817-1AFB-E93549590E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5BDA3D5-E531-44D3-A347-0B0B33358E98}" type="slidenum"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</a:rPr>
              <a:pPr eaLnBrk="1" hangingPunct="1"/>
              <a:t>23</a:t>
            </a:fld>
            <a:endParaRPr lang="en-US" altLang="en-US" sz="12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69C6EBF2-121D-E7B0-E8CE-1FE3BF8D59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576977C9-282F-46B3-5399-B1EF3796EA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7E91AA9C-F935-B910-A3B7-17354F8B5A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109A136-9244-49DE-99A7-1A8E5989CC86}" type="slidenum"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</a:rPr>
              <a:pPr eaLnBrk="1" hangingPunct="1"/>
              <a:t>24</a:t>
            </a:fld>
            <a:endParaRPr lang="en-US" altLang="en-US" sz="12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862D9CFF-C725-435F-B51F-94130DE6D0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A64C2B2D-08E8-D8ED-F86C-67832C3861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EE338E5-160A-400C-177C-115518238D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9020366-99DB-CF9E-54A4-FFC96072BC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3AE0482-3FAD-AA00-4167-6C88C47292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1D6B48-CE87-445F-BAD3-28C1D79B873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0960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4791C1A-919B-8288-E3DA-E5994F34CC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2C9B4D7-FE9E-1BD3-0F83-89375B5D7E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9BD767D-4E5D-5971-4C2F-292411756E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A8669F-4D35-4BA4-8603-CABE11F435B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93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B089B1E-A61C-30A2-B8E8-A28D9FC076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CB75683-D590-D82F-1CEF-9EC7222117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A5614A3-6F6C-3187-58B7-DB93285168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2EFAA2-2F85-465D-8681-3544705C564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9378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14FBE4-67A3-4AA5-58E2-302CA700C6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774DCC-C328-EF46-CDC9-3BD53D4F73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9FD698-BA64-84F1-54CF-B7A48D71AD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130582-FD94-41EC-9B2F-29C97E637D6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6269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0B13E8F-1D50-7741-E005-02D28793FE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BD8304E-D1F8-BA50-DB77-AB5436DDFB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CB266B7-B7E3-9446-0766-0E8D1F5B08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3CA8CE-C52A-4023-82AB-B36E388E649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896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789579A-96EF-12C1-563D-22BA3BE272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EF7A58D-2777-516D-FB01-3FAA36E904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1F97C9B-66C8-EAC1-4010-4BD3DCDA81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0FAF09-1A57-4F89-8AF5-6E7F21B8F45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9429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B695352-02C2-4B09-316D-9423EC95AE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8911FD2-47E2-DACB-7784-D9378A704E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3F65D91-8B9E-26F6-31C7-2D0FD901A8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955E27-0335-4B20-874B-AB5AFB67553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1859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5C5832-B419-5A00-D411-D66BF3742E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4C396C-BC55-2A9B-E079-6463D7886A6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460A83-834B-9362-9697-CE98775291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3EC5C9-DB32-4A26-AD33-2B9550A2159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5818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F40EDD-2317-D137-301B-456F1DF3DC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55AB94-11FA-81F0-A4FE-EAC05AEA48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FCDBDF-C6B3-EC5C-D1AE-9F1BDDCCCA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76A220-014E-41DB-BC56-12CBAD6BD65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787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1F8A9FD-B22C-83BC-7BE7-155C68B382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FEE83D1-131C-7BE6-E270-8B102990E7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FFCD7F7-62AB-5ADF-337A-3D92F29C60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735A96-A399-45E2-A9E1-4C4845443E8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0061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DF25546-ABB6-AB2A-A457-C884411662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596B867-6817-2E0A-8C96-7FA065B13B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535AEAE-A456-2173-447F-A841BECBBF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9DA103-30BF-481B-954A-40D695B3A38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4063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BC4C5D-7197-D199-96A6-0AF2BD0006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F19025-7CCA-8C1C-9712-5B11940B9B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11042A-FE85-D849-5331-91233687CD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0025C1-5606-4406-9C3A-76DA60F8101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25375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0646530-7FD2-207C-F4BA-9EFECC435A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A4B51D6-BED2-6F95-218C-C1FD411838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9020E2B6-3500-3CB3-37CD-07BC74C8F0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EA7D1C-9FDE-4EC2-ACD6-2A11131902E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04951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74591FD-A68C-C6DE-132F-CEE5136D17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A62F9B0-079B-181A-DDF2-1795DDE188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CA5C22A7-3270-89CF-E3AB-988E1C8FC0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4D71D6-8171-4735-BBA3-2CA335166F0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434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589FE73-D9CD-3DDA-129B-DFFB8B898F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C363979-FD55-7DB3-7F3B-1FBE55757F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57E34DD-F0DF-F646-CD19-CFE06F083D8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A5D57CC-D911-94ED-57B6-442CD6B186E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CA57FCC-6C0A-BD1A-2752-7D703F7608D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fld id="{36F43C1B-CC0F-43A2-ABC3-72A263382AB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arth.nullschool.net/#current/wind/surface/level/orthographic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jpe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pc.ncep.noaa.gov/html/sfc-zoom.php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5.gif"/><Relationship Id="rId4" Type="http://schemas.openxmlformats.org/officeDocument/2006/relationships/image" Target="../media/image2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2.xml"/><Relationship Id="rId1" Type="http://schemas.openxmlformats.org/officeDocument/2006/relationships/video" Target="https://www.youtube.com/embed/WSUQIcG_drE?feature=oembed" TargetMode="External"/><Relationship Id="rId4" Type="http://schemas.openxmlformats.org/officeDocument/2006/relationships/image" Target="../media/image3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3"/>
            <a:extLst>
              <a:ext uri="{FF2B5EF4-FFF2-40B4-BE49-F238E27FC236}">
                <a16:creationId xmlns:a16="http://schemas.microsoft.com/office/drawing/2014/main" id="{E510325D-B2BE-C4C1-A98A-130F43626E2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842" r="11030"/>
          <a:stretch/>
        </p:blipFill>
        <p:spPr>
          <a:xfrm>
            <a:off x="2933699" y="140685"/>
            <a:ext cx="6324601" cy="65766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agburt04_b0101">
            <a:extLst>
              <a:ext uri="{FF2B5EF4-FFF2-40B4-BE49-F238E27FC236}">
                <a16:creationId xmlns:a16="http://schemas.microsoft.com/office/drawing/2014/main" id="{16C7E49C-5B6C-C0F6-F849-8FFB49178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3819" y="1408313"/>
            <a:ext cx="4973411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5" name="Group 9">
            <a:extLst>
              <a:ext uri="{FF2B5EF4-FFF2-40B4-BE49-F238E27FC236}">
                <a16:creationId xmlns:a16="http://schemas.microsoft.com/office/drawing/2014/main" id="{9D41A995-6CD4-FB6F-8BE1-8B15965C98F4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228600"/>
            <a:ext cx="4015409" cy="6762794"/>
            <a:chOff x="3600" y="864"/>
            <a:chExt cx="1824" cy="3072"/>
          </a:xfrm>
        </p:grpSpPr>
        <p:pic>
          <p:nvPicPr>
            <p:cNvPr id="5126" name="Picture 6" descr="column">
              <a:extLst>
                <a:ext uri="{FF2B5EF4-FFF2-40B4-BE49-F238E27FC236}">
                  <a16:creationId xmlns:a16="http://schemas.microsoft.com/office/drawing/2014/main" id="{6EF81134-8C0B-8D13-2363-29E8A45FBC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681" b="-1587"/>
            <a:stretch>
              <a:fillRect/>
            </a:stretch>
          </p:blipFill>
          <p:spPr bwMode="auto">
            <a:xfrm>
              <a:off x="3600" y="864"/>
              <a:ext cx="1800" cy="30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27" name="Rectangle 7">
              <a:extLst>
                <a:ext uri="{FF2B5EF4-FFF2-40B4-BE49-F238E27FC236}">
                  <a16:creationId xmlns:a16="http://schemas.microsoft.com/office/drawing/2014/main" id="{CDF9579D-3777-2BA2-487F-2006C7EED7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744"/>
              <a:ext cx="480" cy="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2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3200">
                  <a:solidFill>
                    <a:schemeClr val="tx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32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3200">
                  <a:solidFill>
                    <a:schemeClr val="tx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32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128" name="Rectangle 8">
              <a:extLst>
                <a:ext uri="{FF2B5EF4-FFF2-40B4-BE49-F238E27FC236}">
                  <a16:creationId xmlns:a16="http://schemas.microsoft.com/office/drawing/2014/main" id="{20A6DF93-AFF0-18A4-D514-733504C67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3552"/>
              <a:ext cx="480" cy="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2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3200">
                  <a:solidFill>
                    <a:schemeClr val="tx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32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3200">
                  <a:solidFill>
                    <a:schemeClr val="tx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3200">
                  <a:solidFill>
                    <a:schemeClr val="tx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5" descr="pressure_altitude">
            <a:extLst>
              <a:ext uri="{FF2B5EF4-FFF2-40B4-BE49-F238E27FC236}">
                <a16:creationId xmlns:a16="http://schemas.microsoft.com/office/drawing/2014/main" id="{3DDB8688-6A6C-5E6A-555D-44A2CF4A28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457200"/>
            <a:ext cx="5289679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typical pressures">
            <a:extLst>
              <a:ext uri="{FF2B5EF4-FFF2-40B4-BE49-F238E27FC236}">
                <a16:creationId xmlns:a16="http://schemas.microsoft.com/office/drawing/2014/main" id="{2873EE39-33DE-F445-B2DB-1C022795E26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81200" y="533400"/>
            <a:ext cx="7399498" cy="6019800"/>
          </a:xfr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3" descr="pressure_gradient">
            <a:extLst>
              <a:ext uri="{FF2B5EF4-FFF2-40B4-BE49-F238E27FC236}">
                <a16:creationId xmlns:a16="http://schemas.microsoft.com/office/drawing/2014/main" id="{0A796455-6746-3F30-BF73-959379DE7D6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38400" y="152400"/>
            <a:ext cx="6858000" cy="6346506"/>
          </a:xfrm>
          <a:noFill/>
        </p:spPr>
      </p:pic>
    </p:spTree>
    <p:extLst>
      <p:ext uri="{BB962C8B-B14F-4D97-AF65-F5344CB8AC3E}">
        <p14:creationId xmlns:p14="http://schemas.microsoft.com/office/powerpoint/2010/main" val="4566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4" descr="highlow">
            <a:extLst>
              <a:ext uri="{FF2B5EF4-FFF2-40B4-BE49-F238E27FC236}">
                <a16:creationId xmlns:a16="http://schemas.microsoft.com/office/drawing/2014/main" id="{2E83E66A-A99D-A351-186E-7D0D63EEF11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57400" y="-304800"/>
            <a:ext cx="7620000" cy="6938852"/>
          </a:xfr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3">
            <a:extLst>
              <a:ext uri="{FF2B5EF4-FFF2-40B4-BE49-F238E27FC236}">
                <a16:creationId xmlns:a16="http://schemas.microsoft.com/office/drawing/2014/main" id="{37A1F142-92A4-3F59-7843-B7915759F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0"/>
            <a:ext cx="3657600" cy="152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221" name="Rectangle 4">
            <a:extLst>
              <a:ext uri="{FF2B5EF4-FFF2-40B4-BE49-F238E27FC236}">
                <a16:creationId xmlns:a16="http://schemas.microsoft.com/office/drawing/2014/main" id="{D5347D61-180A-C0D6-DFC9-B18F46528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6705600"/>
            <a:ext cx="3810000" cy="152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3" name="Picture 2" descr="A map of the united states with weather forecasts&#10;&#10;Description automatically generated">
            <a:extLst>
              <a:ext uri="{FF2B5EF4-FFF2-40B4-BE49-F238E27FC236}">
                <a16:creationId xmlns:a16="http://schemas.microsoft.com/office/drawing/2014/main" id="{C892183C-0F4C-8A92-FC7C-FF18FC2160A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46" b="3333"/>
          <a:stretch/>
        </p:blipFill>
        <p:spPr>
          <a:xfrm>
            <a:off x="1676400" y="559476"/>
            <a:ext cx="8199783" cy="57390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4" descr="Surface">
            <a:extLst>
              <a:ext uri="{FF2B5EF4-FFF2-40B4-BE49-F238E27FC236}">
                <a16:creationId xmlns:a16="http://schemas.microsoft.com/office/drawing/2014/main" id="{239F4866-E70B-6B6E-4C00-0A95B2F88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09601"/>
            <a:ext cx="8001000" cy="561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ball">
            <a:extLst>
              <a:ext uri="{FF2B5EF4-FFF2-40B4-BE49-F238E27FC236}">
                <a16:creationId xmlns:a16="http://schemas.microsoft.com/office/drawing/2014/main" id="{1042A068-9E14-8666-379C-CE37AD423AB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263" y="533400"/>
            <a:ext cx="11397474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EC10A-8197-BC5C-0224-FF1ACF3F6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medium">
            <a:extLst>
              <a:ext uri="{FF2B5EF4-FFF2-40B4-BE49-F238E27FC236}">
                <a16:creationId xmlns:a16="http://schemas.microsoft.com/office/drawing/2014/main" id="{6CB13505-E734-5826-C6CC-DA26DD8E4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17"/>
          <a:stretch>
            <a:fillRect/>
          </a:stretch>
        </p:blipFill>
        <p:spPr bwMode="auto">
          <a:xfrm>
            <a:off x="-23191" y="0"/>
            <a:ext cx="3954966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7" descr="thunderstorm%201">
            <a:extLst>
              <a:ext uri="{FF2B5EF4-FFF2-40B4-BE49-F238E27FC236}">
                <a16:creationId xmlns:a16="http://schemas.microsoft.com/office/drawing/2014/main" id="{65CEF461-0451-5D09-5F9F-1595E2DA3B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091" b="8046"/>
          <a:stretch>
            <a:fillRect/>
          </a:stretch>
        </p:blipFill>
        <p:spPr bwMode="auto">
          <a:xfrm>
            <a:off x="3931775" y="0"/>
            <a:ext cx="4218611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8" descr="Katrina1615z-050829-1kg12">
            <a:extLst>
              <a:ext uri="{FF2B5EF4-FFF2-40B4-BE49-F238E27FC236}">
                <a16:creationId xmlns:a16="http://schemas.microsoft.com/office/drawing/2014/main" id="{8868A530-A00A-7E7E-8086-069670BE8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45" r="8655" b="3876"/>
          <a:stretch>
            <a:fillRect/>
          </a:stretch>
        </p:blipFill>
        <p:spPr bwMode="auto">
          <a:xfrm>
            <a:off x="8167461" y="0"/>
            <a:ext cx="4023544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 descr="93infrared">
            <a:extLst>
              <a:ext uri="{FF2B5EF4-FFF2-40B4-BE49-F238E27FC236}">
                <a16:creationId xmlns:a16="http://schemas.microsoft.com/office/drawing/2014/main" id="{7456C86D-088D-265D-01FC-523927AB84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93231"/>
            <a:ext cx="4068587" cy="413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8" descr="ITCZ">
            <a:extLst>
              <a:ext uri="{FF2B5EF4-FFF2-40B4-BE49-F238E27FC236}">
                <a16:creationId xmlns:a16="http://schemas.microsoft.com/office/drawing/2014/main" id="{41D0ACE1-B980-7546-8E41-A0BB720012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4087" y="2929859"/>
            <a:ext cx="4143825" cy="3991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9" descr="deserttstorm">
            <a:extLst>
              <a:ext uri="{FF2B5EF4-FFF2-40B4-BE49-F238E27FC236}">
                <a16:creationId xmlns:a16="http://schemas.microsoft.com/office/drawing/2014/main" id="{7836C999-4717-5989-418E-815211195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90" r="7895"/>
          <a:stretch>
            <a:fillRect/>
          </a:stretch>
        </p:blipFill>
        <p:spPr bwMode="auto">
          <a:xfrm>
            <a:off x="8092674" y="2814105"/>
            <a:ext cx="4099325" cy="4113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307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7" name="Picture 4" descr="122739main_dust_devil_june_10">
            <a:extLst>
              <a:ext uri="{FF2B5EF4-FFF2-40B4-BE49-F238E27FC236}">
                <a16:creationId xmlns:a16="http://schemas.microsoft.com/office/drawing/2014/main" id="{B30A92E4-3141-680F-1C70-FF340C675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078168" cy="6770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6" descr="ITCZ">
            <a:extLst>
              <a:ext uri="{FF2B5EF4-FFF2-40B4-BE49-F238E27FC236}">
                <a16:creationId xmlns:a16="http://schemas.microsoft.com/office/drawing/2014/main" id="{CD05E25C-2901-15AE-DFCA-F7D155F0C3C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78168" y="0"/>
            <a:ext cx="7032154" cy="6770890"/>
          </a:xfr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6" descr="sfc_se">
            <a:extLst>
              <a:ext uri="{FF2B5EF4-FFF2-40B4-BE49-F238E27FC236}">
                <a16:creationId xmlns:a16="http://schemas.microsoft.com/office/drawing/2014/main" id="{3CB45ED7-5A95-0941-B2FB-B1CEF740B6C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000"/>
          <a:stretch/>
        </p:blipFill>
        <p:spPr>
          <a:xfrm>
            <a:off x="1981200" y="46038"/>
            <a:ext cx="7543800" cy="6705600"/>
          </a:xfrm>
          <a:noFill/>
        </p:spPr>
      </p:pic>
      <p:pic>
        <p:nvPicPr>
          <p:cNvPr id="21507" name="Picture 4" descr="sfc_plot_lgnd-s">
            <a:extLst>
              <a:ext uri="{FF2B5EF4-FFF2-40B4-BE49-F238E27FC236}">
                <a16:creationId xmlns:a16="http://schemas.microsoft.com/office/drawing/2014/main" id="{D509C7AC-EC10-19F4-35D8-693994C3A6B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52801" y="4953000"/>
            <a:ext cx="4443413" cy="1555750"/>
          </a:xfrm>
          <a:noFill/>
          <a:ln>
            <a:solidFill>
              <a:schemeClr val="bg1"/>
            </a:solidFill>
            <a:miter lim="800000"/>
            <a:headEnd/>
            <a:tailEnd/>
          </a:ln>
        </p:spPr>
      </p:pic>
      <p:sp>
        <p:nvSpPr>
          <p:cNvPr id="21508" name="Text Box 9">
            <a:extLst>
              <a:ext uri="{FF2B5EF4-FFF2-40B4-BE49-F238E27FC236}">
                <a16:creationId xmlns:a16="http://schemas.microsoft.com/office/drawing/2014/main" id="{9BACEB88-DD48-4FBB-480F-4668C26799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3925" y="777875"/>
            <a:ext cx="184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SkewT2">
            <a:extLst>
              <a:ext uri="{FF2B5EF4-FFF2-40B4-BE49-F238E27FC236}">
                <a16:creationId xmlns:a16="http://schemas.microsoft.com/office/drawing/2014/main" id="{5490682F-37F7-1CFC-B12E-34CD4C3E4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-139700"/>
            <a:ext cx="9144000" cy="713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5" name="Picture 7" descr="U6_05">
            <a:extLst>
              <a:ext uri="{FF2B5EF4-FFF2-40B4-BE49-F238E27FC236}">
                <a16:creationId xmlns:a16="http://schemas.microsoft.com/office/drawing/2014/main" id="{508A02F5-3B15-6AA5-EEB0-7E0B9790F95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03163" y="799776"/>
            <a:ext cx="5116029" cy="4295796"/>
          </a:xfrm>
          <a:noFill/>
        </p:spPr>
      </p:pic>
      <p:pic>
        <p:nvPicPr>
          <p:cNvPr id="23556" name="Picture 13" descr="pressure_gradient">
            <a:extLst>
              <a:ext uri="{FF2B5EF4-FFF2-40B4-BE49-F238E27FC236}">
                <a16:creationId xmlns:a16="http://schemas.microsoft.com/office/drawing/2014/main" id="{ABFEC874-B402-F882-9A98-DD666312722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72200" y="838200"/>
            <a:ext cx="4584563" cy="4242630"/>
          </a:xfr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hlinkClick r:id="rId3"/>
            <a:extLst>
              <a:ext uri="{FF2B5EF4-FFF2-40B4-BE49-F238E27FC236}">
                <a16:creationId xmlns:a16="http://schemas.microsoft.com/office/drawing/2014/main" id="{976F29A5-0DB1-F9B2-F122-7ADB0980B07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1905000" y="133504"/>
            <a:ext cx="8953500" cy="6590992"/>
          </a:xfrm>
        </p:spPr>
      </p:pic>
    </p:spTree>
    <p:extLst>
      <p:ext uri="{BB962C8B-B14F-4D97-AF65-F5344CB8AC3E}">
        <p14:creationId xmlns:p14="http://schemas.microsoft.com/office/powerpoint/2010/main" val="3139919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80" name="Picture 4" descr="v2launch">
            <a:extLst>
              <a:ext uri="{FF2B5EF4-FFF2-40B4-BE49-F238E27FC236}">
                <a16:creationId xmlns:a16="http://schemas.microsoft.com/office/drawing/2014/main" id="{E8655EC6-0A45-91AF-CB25-9E0208EF6258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36443" y="1295400"/>
            <a:ext cx="3303976" cy="3759161"/>
          </a:xfrm>
          <a:noFill/>
          <a:ln>
            <a:noFill/>
          </a:ln>
        </p:spPr>
      </p:pic>
      <p:pic>
        <p:nvPicPr>
          <p:cNvPr id="24581" name="Picture 6" descr="merry">
            <a:extLst>
              <a:ext uri="{FF2B5EF4-FFF2-40B4-BE49-F238E27FC236}">
                <a16:creationId xmlns:a16="http://schemas.microsoft.com/office/drawing/2014/main" id="{E8E846CD-4172-3918-DD2D-8C8989486090}"/>
              </a:ext>
            </a:extLst>
          </p:cNvPr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67533" y="1295400"/>
            <a:ext cx="5237284" cy="3538873"/>
          </a:xfrm>
          <a:noFill/>
          <a:ln>
            <a:noFill/>
          </a:ln>
        </p:spPr>
      </p:pic>
      <p:pic>
        <p:nvPicPr>
          <p:cNvPr id="5" name="Picture 9" descr="sidesk">
            <a:extLst>
              <a:ext uri="{FF2B5EF4-FFF2-40B4-BE49-F238E27FC236}">
                <a16:creationId xmlns:a16="http://schemas.microsoft.com/office/drawing/2014/main" id="{1352C417-7808-9074-2504-78518A5B24E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6835" y="1308081"/>
            <a:ext cx="373380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4" name="Picture 5" descr="Image result for bart versus australia coriolis">
            <a:extLst>
              <a:ext uri="{FF2B5EF4-FFF2-40B4-BE49-F238E27FC236}">
                <a16:creationId xmlns:a16="http://schemas.microsoft.com/office/drawing/2014/main" id="{2D88A1D2-B112-AA48-BEC7-5F2514D9B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0" r="16000"/>
          <a:stretch>
            <a:fillRect/>
          </a:stretch>
        </p:blipFill>
        <p:spPr bwMode="auto">
          <a:xfrm>
            <a:off x="2666999" y="152400"/>
            <a:ext cx="6632697" cy="647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2" name="Picture 4" descr="PressureGradientsIsobars">
            <a:extLst>
              <a:ext uri="{FF2B5EF4-FFF2-40B4-BE49-F238E27FC236}">
                <a16:creationId xmlns:a16="http://schemas.microsoft.com/office/drawing/2014/main" id="{E0C19D42-A486-D4FA-C5DD-21A77F7EC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04800"/>
            <a:ext cx="6414541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3" descr="obs_geo_300mb">
            <a:extLst>
              <a:ext uri="{FF2B5EF4-FFF2-40B4-BE49-F238E27FC236}">
                <a16:creationId xmlns:a16="http://schemas.microsoft.com/office/drawing/2014/main" id="{180EE9C2-B69A-78C8-A1E9-A070D7BA948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01600" y="188843"/>
            <a:ext cx="9788800" cy="6669157"/>
          </a:xfr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4" name="Picture 5" descr="winds_pmsl">
            <a:extLst>
              <a:ext uri="{FF2B5EF4-FFF2-40B4-BE49-F238E27FC236}">
                <a16:creationId xmlns:a16="http://schemas.microsoft.com/office/drawing/2014/main" id="{274FD182-8059-805B-1079-68F2BA95A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12" t="3999" b="6667"/>
          <a:stretch>
            <a:fillRect/>
          </a:stretch>
        </p:blipFill>
        <p:spPr bwMode="auto">
          <a:xfrm>
            <a:off x="2819400" y="228600"/>
            <a:ext cx="6286498" cy="6184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8" name="Picture 2" descr="monsoon_region">
            <a:extLst>
              <a:ext uri="{FF2B5EF4-FFF2-40B4-BE49-F238E27FC236}">
                <a16:creationId xmlns:a16="http://schemas.microsoft.com/office/drawing/2014/main" id="{D86E6D58-A035-6FB3-AE10-5776768D8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685800"/>
            <a:ext cx="11376757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5" descr="global pressure systems">
            <a:extLst>
              <a:ext uri="{FF2B5EF4-FFF2-40B4-BE49-F238E27FC236}">
                <a16:creationId xmlns:a16="http://schemas.microsoft.com/office/drawing/2014/main" id="{12542714-D75B-F351-21DF-6550A13EEF5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00400" y="0"/>
            <a:ext cx="5192207" cy="6858000"/>
          </a:xfrm>
          <a:noFill/>
        </p:spPr>
      </p:pic>
      <p:sp>
        <p:nvSpPr>
          <p:cNvPr id="32771" name="Line 8">
            <a:extLst>
              <a:ext uri="{FF2B5EF4-FFF2-40B4-BE49-F238E27FC236}">
                <a16:creationId xmlns:a16="http://schemas.microsoft.com/office/drawing/2014/main" id="{C1744748-8902-94E4-03BB-014153FC36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15199" y="1066800"/>
            <a:ext cx="1219200" cy="53340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32772" name="Line 9">
            <a:extLst>
              <a:ext uri="{FF2B5EF4-FFF2-40B4-BE49-F238E27FC236}">
                <a16:creationId xmlns:a16="http://schemas.microsoft.com/office/drawing/2014/main" id="{D967C4A0-1CBF-D80C-D492-D79E6D30FE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05599" y="4876800"/>
            <a:ext cx="1676400" cy="38100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nline Media 2" title="Sea Beeze Land Breeze Animation">
            <a:hlinkClick r:id="" action="ppaction://media"/>
            <a:extLst>
              <a:ext uri="{FF2B5EF4-FFF2-40B4-BE49-F238E27FC236}">
                <a16:creationId xmlns:a16="http://schemas.microsoft.com/office/drawing/2014/main" id="{C5D6940B-0E3F-320D-A15D-7C8CFC1CE79A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381000" y="228600"/>
            <a:ext cx="10930291" cy="6172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 descr="sb_anim">
            <a:extLst>
              <a:ext uri="{FF2B5EF4-FFF2-40B4-BE49-F238E27FC236}">
                <a16:creationId xmlns:a16="http://schemas.microsoft.com/office/drawing/2014/main" id="{ED58170F-C7A2-23AF-8640-3BDBFAD8CAF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0"/>
            <a:ext cx="10871200" cy="815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Custom 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7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8000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</TotalTime>
  <Words>41</Words>
  <Application>Microsoft Office PowerPoint</Application>
  <PresentationFormat>Widescreen</PresentationFormat>
  <Paragraphs>25</Paragraphs>
  <Slides>24</Slides>
  <Notes>23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 Light</vt:lpstr>
      <vt:lpstr>Times New Roman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J. Anthony Stallins</dc:creator>
  <cp:lastModifiedBy>Stallins, Jon A.</cp:lastModifiedBy>
  <cp:revision>114</cp:revision>
  <dcterms:created xsi:type="dcterms:W3CDTF">2005-05-24T12:33:57Z</dcterms:created>
  <dcterms:modified xsi:type="dcterms:W3CDTF">2026-02-12T14:50:19Z</dcterms:modified>
</cp:coreProperties>
</file>