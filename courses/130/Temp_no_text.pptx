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21" r:id="rId2"/>
    <p:sldId id="259" r:id="rId3"/>
    <p:sldId id="265" r:id="rId4"/>
    <p:sldId id="324" r:id="rId5"/>
    <p:sldId id="261" r:id="rId6"/>
    <p:sldId id="292" r:id="rId7"/>
    <p:sldId id="284" r:id="rId8"/>
    <p:sldId id="271" r:id="rId9"/>
    <p:sldId id="270" r:id="rId10"/>
    <p:sldId id="278" r:id="rId11"/>
    <p:sldId id="320" r:id="rId12"/>
    <p:sldId id="290" r:id="rId13"/>
    <p:sldId id="316" r:id="rId14"/>
    <p:sldId id="318" r:id="rId15"/>
    <p:sldId id="310" r:id="rId16"/>
    <p:sldId id="323" r:id="rId17"/>
    <p:sldId id="304" r:id="rId18"/>
    <p:sldId id="277" r:id="rId1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4E88C"/>
    <a:srgbClr val="65B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680" autoAdjust="0"/>
  </p:normalViewPr>
  <p:slideViewPr>
    <p:cSldViewPr>
      <p:cViewPr varScale="1">
        <p:scale>
          <a:sx n="46" d="100"/>
          <a:sy n="46" d="100"/>
        </p:scale>
        <p:origin x="1420" y="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3B09C91-4D58-6724-F352-FC59AAF4A6C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3B18CBB-25A6-9ADC-948D-0A64C65F949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BC004273-0E03-8CDB-4E67-E99C385F680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E471B444-FAF9-9BA6-B7D5-438F8D32681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5BF6FAD0-4BB9-AA23-7F5E-2A8666274B4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BD949B1A-6107-5BFA-D34F-89322C6498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1C5E13-C77C-4F55-848C-A330A924E2A1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5220DC8B-4991-90EE-30B4-684B19590D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DB6D32-FA2B-43FB-B309-E1D20ED3E41B}" type="slidenum">
              <a:rPr lang="en-US" altLang="en-US"/>
              <a:pPr/>
              <a:t>2</a:t>
            </a:fld>
            <a:endParaRPr lang="en-US" altLang="en-US" dirty="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84EC191-7892-F39C-D12E-9A76BC6B37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FA84C6F6-AB4A-9C85-C89B-5F83019DF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01B23C12-4730-F3C8-262B-5454135E5A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D8B9ED-1295-400B-B972-4C16DC97B9E0}" type="slidenum">
              <a:rPr lang="en-US" altLang="en-US"/>
              <a:pPr/>
              <a:t>3</a:t>
            </a:fld>
            <a:endParaRPr lang="en-US" altLang="en-US" dirty="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38A5FEEA-599C-344E-5EE4-80E250BCF4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230DD71D-732D-6C7F-585C-7EA2430E0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93811D1D-138C-54C7-409F-D64DE59D19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840528-C952-4EA2-8253-1D39C2BDF171}" type="slidenum">
              <a:rPr lang="en-US" altLang="en-US"/>
              <a:pPr/>
              <a:t>5</a:t>
            </a:fld>
            <a:endParaRPr lang="en-US" altLang="en-US" dirty="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7F155B2F-38ED-787D-97E1-89DE64CB44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979EDA8B-106E-9A92-4E7C-1776C98BE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85F46240-1562-6E44-5F8A-75086D15DD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6D1525C0-2948-F7B9-4184-BE4676A1B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45C28706-4152-0B37-0506-188ECD438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0BF192-07E4-4E2E-BAB5-ACD80075ECA0}" type="slidenum">
              <a:rPr lang="en-US" altLang="en-US"/>
              <a:pPr/>
              <a:t>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E743485A-045F-DAC7-7DC1-4D86583743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EE1DF5B-F395-4832-BF02-1546884DD0F0}" type="slidenum">
              <a:rPr lang="en-US" altLang="en-US"/>
              <a:pPr/>
              <a:t>7</a:t>
            </a:fld>
            <a:endParaRPr lang="en-US" altLang="en-US" dirty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66529BC-9264-91A3-325A-5A5F8B66D5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6BC6964-10B0-464A-8910-AA9831F1CE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EF819075-FC8D-F76E-AA3F-CEE5B1FE0E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61DF9E-3864-4648-8E7E-81B9A0DFD2D9}" type="slidenum">
              <a:rPr lang="en-US" altLang="en-US"/>
              <a:pPr/>
              <a:t>8</a:t>
            </a:fld>
            <a:endParaRPr lang="en-US" altLang="en-US" dirty="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5C7D509D-1B3F-7940-E2B7-F8ECC4B6C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6CA81D55-D8EC-4326-2176-265E4D2D8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8A2EE245-F46A-8C4C-7C41-335BC491CD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C4C602-8AB5-4B70-BDD2-AD639CD20A56}" type="slidenum">
              <a:rPr lang="en-US" altLang="en-US"/>
              <a:pPr/>
              <a:t>9</a:t>
            </a:fld>
            <a:endParaRPr lang="en-US" altLang="en-US" dirty="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F1BF5ACC-E52B-0932-9CB0-5101959E17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81B73A05-F861-2CBD-4FF2-B624AAE12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E7F90435-7B07-9988-7BC3-84430AB109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550925-2389-4E90-80EF-FCFC04C7AFAA}" type="slidenum">
              <a:rPr lang="en-US" altLang="en-US"/>
              <a:pPr/>
              <a:t>10</a:t>
            </a:fld>
            <a:endParaRPr lang="en-US" altLang="en-US" dirty="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905B981A-A5CC-768C-78B0-1C54223575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6EE96BBA-7942-97B6-F4CD-1D28268D06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5220DC8B-4991-90EE-30B4-684B19590D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DB6D32-FA2B-43FB-B309-E1D20ED3E41B}" type="slidenum">
              <a:rPr lang="en-US" altLang="en-US"/>
              <a:pPr/>
              <a:t>11</a:t>
            </a:fld>
            <a:endParaRPr lang="en-US" altLang="en-US" dirty="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84EC191-7892-F39C-D12E-9A76BC6B37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FA84C6F6-AB4A-9C85-C89B-5F83019DF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921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7528E70C-6A39-8DE4-D2A5-51259452F6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5F9482-B5C5-4C6D-AED1-EC46DBCDAB5C}" type="slidenum">
              <a:rPr lang="en-US" altLang="en-US"/>
              <a:pPr/>
              <a:t>12</a:t>
            </a:fld>
            <a:endParaRPr lang="en-US" altLang="en-US" dirty="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E1C994E6-CB34-DEE5-8B1D-A85E515DC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D89D2F45-7FA3-24FA-5631-8CE30D67E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5E13-C77C-4F55-848C-A330A924E2A1}" type="slidenum">
              <a:rPr lang="en-US" altLang="en-US" smtClean="0"/>
              <a:pPr/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59391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5E13-C77C-4F55-848C-A330A924E2A1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02948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5E13-C77C-4F55-848C-A330A924E2A1}" type="slidenum">
              <a:rPr lang="en-US" altLang="en-US" smtClean="0"/>
              <a:pPr/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77821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6B2F0E3D-510D-2C70-F35B-C618C879B3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451E91-E8B8-475F-BD96-7E14AD7EABB4}" type="slidenum">
              <a:rPr lang="en-US" altLang="en-US"/>
              <a:pPr/>
              <a:t>18</a:t>
            </a:fld>
            <a:endParaRPr lang="en-US" altLang="en-US" dirty="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03BF45D7-F624-F501-5CE6-2E3ACD495F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DA32DBE1-F75C-BC3F-A24D-9367472D9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995CFB-5BE7-1120-3394-A45DC757EA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CB9FCA-539F-4106-FD09-F1CB44FCAF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864919-4A4A-DADF-E788-081E8212A5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270F38-94E2-4AF0-ABE7-C1B83FEE4940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17777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86872F-EE3D-4F6C-277C-ABD1624A97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F57308-8FC5-0CDD-5962-BFCF57E992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5D5D1C-B05D-F2D5-41A5-CBE1DD8EE0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DBF562-E703-4FDF-B35C-9AE3D3BFA7E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3887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8999CB-0777-35C8-1B94-46227DDDF9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C80A17-DAFB-9DAF-1293-A248F6CCDA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A0B558-8896-CE27-D66A-1ADD3F0C8C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E9D2F-DD0A-4E34-8BC3-139CE7DC28D9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89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ECF06-E01A-A0D7-E8E7-70B125A81E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DCB637-6A78-35F1-0103-50864E4EE8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DC65A9-0628-10F1-8F2A-19AA9B821A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95CF8C-A842-4511-8B5C-DCFE6D444015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42016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6599BFA-0CAA-885F-4082-6C7BAB041C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5908B12-8DF1-CA96-9E5F-2A23BBDE2C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8F31C55-E5B7-503B-38B3-0EE531DBC3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9BFDB7-91E0-47BD-801E-B5E2FE772CF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9359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C9365E8-E494-B3F7-4951-82C1F04C85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FAD2805-2480-6E2C-8665-3D19913DE4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B0D6D9D-169B-DD13-190A-CE27F290E8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9825-ED3B-4F35-BB65-34C33A58EF88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16951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2F9196F-516F-31FD-A30F-3403174C63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A0CF88E-727F-65C3-BEB6-188DC7BA65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D6AD585-392A-DDA1-F932-9BF772EBA1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D80E4-1702-4C2B-A898-49DDD0399319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0988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406928-043A-BD87-A122-7D6ADBE649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C084E6-EA26-7601-F6E9-8E5DDE0861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D1FB56-0A1D-B678-3D01-454044185E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D118BF-4532-404F-A582-DF011131F4A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3816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26694-B6B6-FCC4-9B34-5EDFBE3602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B2DD6C-55C9-B2D8-7EE3-9410FA9796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510A31-CDEF-2ED1-4523-D2A5BE5F98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2BD25F-0BAE-4E40-8099-E8CE9A4AF0E9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569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275CB1-7AFC-A8D7-CEB8-AFEB373306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1E881B-4314-E95A-5C4D-1BECC4E354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AD5125-767D-858C-F34C-C91A92EFEB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234163-35F4-43CE-B122-3753D22BD2C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270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8919E5-F4AC-F597-4E35-5534E21BC1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B7DC81-30FD-0618-2354-A34A7CABC5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4C5316-55B5-51A4-20EC-DDA0324E51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4918D6-2796-48EC-A01A-DF516ADD94C8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5510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F7649C6-D10A-4640-3307-01EC55B93C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43A328E-69D5-C65E-C893-B09C39B17D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E9E1084-9AF0-8204-2030-150CBC92A0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24952B-286B-41BE-877D-6FE4E5FC92C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43762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81EEC7-20F4-6120-DABC-6D24BDB31B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312ADA-6932-14AE-5182-A024DDB8E3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E4AAFB-59A9-9FBF-F7C4-A31551B3B2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E7E653-2F02-46E7-B7B2-FE3985070FB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17377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EF884E0-295B-A7E2-AD11-F502EE6DE2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E1505F-10EE-F98C-45F8-C966BED38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728C5E8-9412-BAA4-2535-82B1A86F9A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15F04CD-E53B-7A18-CE8C-C8E92666E9A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D3A7825-F2BE-0EAB-639C-3CD8303749F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2974263F-AD8E-4563-B3DC-C13B2394F7D0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the united states with blue lines&#10;&#10;Description automatically generated">
            <a:extLst>
              <a:ext uri="{FF2B5EF4-FFF2-40B4-BE49-F238E27FC236}">
                <a16:creationId xmlns:a16="http://schemas.microsoft.com/office/drawing/2014/main" id="{126D390A-87DC-645F-E665-823B44672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28600"/>
            <a:ext cx="8839200" cy="600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47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0" descr="fg03_15">
            <a:extLst>
              <a:ext uri="{FF2B5EF4-FFF2-40B4-BE49-F238E27FC236}">
                <a16:creationId xmlns:a16="http://schemas.microsoft.com/office/drawing/2014/main" id="{46B25210-CEEE-DC5B-E5EF-B343BD544125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7" b="18747"/>
          <a:stretch/>
        </p:blipFill>
        <p:spPr>
          <a:xfrm>
            <a:off x="244078" y="685800"/>
            <a:ext cx="11703844" cy="5486400"/>
          </a:xfr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6" descr="himalayas">
            <a:extLst>
              <a:ext uri="{FF2B5EF4-FFF2-40B4-BE49-F238E27FC236}">
                <a16:creationId xmlns:a16="http://schemas.microsoft.com/office/drawing/2014/main" id="{6C82A4F9-10EA-E91E-5B89-D3507542B54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52400"/>
            <a:ext cx="6629400" cy="6584950"/>
          </a:xfr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3059AD3-8871-6D61-AD94-F000A937D0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24" b="1"/>
          <a:stretch>
            <a:fillRect/>
          </a:stretch>
        </p:blipFill>
        <p:spPr bwMode="auto">
          <a:xfrm>
            <a:off x="1905000" y="0"/>
            <a:ext cx="880753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298794F-F4E7-D8FE-1479-6484ADD568B9}"/>
              </a:ext>
            </a:extLst>
          </p:cNvPr>
          <p:cNvSpPr/>
          <p:nvPr/>
        </p:nvSpPr>
        <p:spPr>
          <a:xfrm>
            <a:off x="9601200" y="76200"/>
            <a:ext cx="533400" cy="304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074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different types of matter&#10;&#10;Description automatically generated">
            <a:extLst>
              <a:ext uri="{FF2B5EF4-FFF2-40B4-BE49-F238E27FC236}">
                <a16:creationId xmlns:a16="http://schemas.microsoft.com/office/drawing/2014/main" id="{D600F363-A98F-4A42-ECAD-711208B4F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662" y="238125"/>
            <a:ext cx="6924675" cy="6381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937DDBF-9A3C-9DA7-B464-ABDE66556D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45" b="5672"/>
          <a:stretch/>
        </p:blipFill>
        <p:spPr bwMode="auto">
          <a:xfrm>
            <a:off x="1066800" y="129914"/>
            <a:ext cx="9372600" cy="6728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4BE765-2C65-C421-CC96-166E88ECFF7F}"/>
              </a:ext>
            </a:extLst>
          </p:cNvPr>
          <p:cNvSpPr/>
          <p:nvPr/>
        </p:nvSpPr>
        <p:spPr>
          <a:xfrm>
            <a:off x="7848600" y="762000"/>
            <a:ext cx="1143000" cy="1066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BC48B6-68EF-1C2B-47B6-17F49A3D57C6}"/>
              </a:ext>
            </a:extLst>
          </p:cNvPr>
          <p:cNvSpPr/>
          <p:nvPr/>
        </p:nvSpPr>
        <p:spPr>
          <a:xfrm>
            <a:off x="7848600" y="3962401"/>
            <a:ext cx="1143000" cy="1066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 descr="05_17">
            <a:extLst>
              <a:ext uri="{FF2B5EF4-FFF2-40B4-BE49-F238E27FC236}">
                <a16:creationId xmlns:a16="http://schemas.microsoft.com/office/drawing/2014/main" id="{670FF2F6-8278-842B-8D0F-682DBBB44B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4"/>
          <a:stretch/>
        </p:blipFill>
        <p:spPr>
          <a:xfrm>
            <a:off x="914400" y="380999"/>
            <a:ext cx="10287000" cy="6109691"/>
          </a:xfr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 descr="canada_pol_94">
            <a:extLst>
              <a:ext uri="{FF2B5EF4-FFF2-40B4-BE49-F238E27FC236}">
                <a16:creationId xmlns:a16="http://schemas.microsoft.com/office/drawing/2014/main" id="{B4EA42F8-0A23-7098-0419-62053E7BF4A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1" t="48545" r="5916" b="22223"/>
          <a:stretch/>
        </p:blipFill>
        <p:spPr>
          <a:xfrm>
            <a:off x="0" y="914400"/>
            <a:ext cx="12208677" cy="4648200"/>
          </a:xfr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B1A7D5-E958-340D-DA74-227A5DCA9312}"/>
              </a:ext>
            </a:extLst>
          </p:cNvPr>
          <p:cNvSpPr/>
          <p:nvPr/>
        </p:nvSpPr>
        <p:spPr>
          <a:xfrm>
            <a:off x="914400" y="2209800"/>
            <a:ext cx="914400" cy="4572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F891CB-E18C-7A7D-2D7E-BB6F8BA37449}"/>
              </a:ext>
            </a:extLst>
          </p:cNvPr>
          <p:cNvSpPr/>
          <p:nvPr/>
        </p:nvSpPr>
        <p:spPr>
          <a:xfrm>
            <a:off x="4343400" y="3263900"/>
            <a:ext cx="914400" cy="4572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6" descr="land and water heating diff">
            <a:extLst>
              <a:ext uri="{FF2B5EF4-FFF2-40B4-BE49-F238E27FC236}">
                <a16:creationId xmlns:a16="http://schemas.microsoft.com/office/drawing/2014/main" id="{F99A060B-BAC5-2D56-2A72-EA01A3164E5D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2420" y="30480"/>
            <a:ext cx="11567160" cy="6874696"/>
          </a:xfr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 descr="MaxT1_southeast">
            <a:extLst>
              <a:ext uri="{FF2B5EF4-FFF2-40B4-BE49-F238E27FC236}">
                <a16:creationId xmlns:a16="http://schemas.microsoft.com/office/drawing/2014/main" id="{7FB816AD-3191-9A47-1D90-A637EA4F192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39"/>
          <a:stretch/>
        </p:blipFill>
        <p:spPr>
          <a:xfrm>
            <a:off x="2666999" y="0"/>
            <a:ext cx="7606219" cy="6809378"/>
          </a:xfr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0" descr="fg03_15">
            <a:extLst>
              <a:ext uri="{FF2B5EF4-FFF2-40B4-BE49-F238E27FC236}">
                <a16:creationId xmlns:a16="http://schemas.microsoft.com/office/drawing/2014/main" id="{46B25210-CEEE-DC5B-E5EF-B343BD544125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7" b="18747"/>
          <a:stretch/>
        </p:blipFill>
        <p:spPr>
          <a:xfrm>
            <a:off x="457200" y="845820"/>
            <a:ext cx="11021120" cy="5166360"/>
          </a:xfrm>
          <a:noFill/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E67FDB1-059E-D970-607C-088F8B71CC33}"/>
              </a:ext>
            </a:extLst>
          </p:cNvPr>
          <p:cNvSpPr/>
          <p:nvPr/>
        </p:nvSpPr>
        <p:spPr>
          <a:xfrm>
            <a:off x="3305221" y="1371817"/>
            <a:ext cx="2259013" cy="1379983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F39875E-CA6B-6842-325A-6C84D5423A89}"/>
              </a:ext>
            </a:extLst>
          </p:cNvPr>
          <p:cNvSpPr/>
          <p:nvPr/>
        </p:nvSpPr>
        <p:spPr>
          <a:xfrm>
            <a:off x="632867" y="1694875"/>
            <a:ext cx="2259013" cy="1379983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A3DB33-DBE1-0B8D-802E-FD9FAE3578C8}"/>
              </a:ext>
            </a:extLst>
          </p:cNvPr>
          <p:cNvSpPr/>
          <p:nvPr/>
        </p:nvSpPr>
        <p:spPr>
          <a:xfrm>
            <a:off x="5834166" y="1371818"/>
            <a:ext cx="2259013" cy="1379983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4AE100E-421B-B1A2-98F1-B466235373D4}"/>
              </a:ext>
            </a:extLst>
          </p:cNvPr>
          <p:cNvSpPr/>
          <p:nvPr/>
        </p:nvSpPr>
        <p:spPr>
          <a:xfrm>
            <a:off x="8506520" y="1371818"/>
            <a:ext cx="2259013" cy="1379983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89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5" descr="land and water NH and SH">
            <a:extLst>
              <a:ext uri="{FF2B5EF4-FFF2-40B4-BE49-F238E27FC236}">
                <a16:creationId xmlns:a16="http://schemas.microsoft.com/office/drawing/2014/main" id="{60C685CB-CFC6-7DA8-7606-A2C88B2B96BE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54499"/>
            <a:ext cx="7620000" cy="6803501"/>
          </a:xfr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clouds and water&#10;&#10;Description automatically generated with medium confidence">
            <a:extLst>
              <a:ext uri="{FF2B5EF4-FFF2-40B4-BE49-F238E27FC236}">
                <a16:creationId xmlns:a16="http://schemas.microsoft.com/office/drawing/2014/main" id="{D4A21901-0EF0-E180-7BE1-3FCDC2FD4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09600"/>
            <a:ext cx="11125200" cy="599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79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D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g02_02">
            <a:extLst>
              <a:ext uri="{FF2B5EF4-FFF2-40B4-BE49-F238E27FC236}">
                <a16:creationId xmlns:a16="http://schemas.microsoft.com/office/drawing/2014/main" id="{0C27170D-2647-0D01-E30E-19281E4668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8" t="4855" r="30815" b="69635"/>
          <a:stretch>
            <a:fillRect/>
          </a:stretch>
        </p:blipFill>
        <p:spPr bwMode="auto">
          <a:xfrm>
            <a:off x="0" y="320040"/>
            <a:ext cx="12649200" cy="6217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0869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daily temp lag">
            <a:extLst>
              <a:ext uri="{FF2B5EF4-FFF2-40B4-BE49-F238E27FC236}">
                <a16:creationId xmlns:a16="http://schemas.microsoft.com/office/drawing/2014/main" id="{CC5CBA8F-4F2C-4C5B-0D65-7378BEA629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06" b="5556"/>
          <a:stretch/>
        </p:blipFill>
        <p:spPr bwMode="auto">
          <a:xfrm>
            <a:off x="2667000" y="914400"/>
            <a:ext cx="74676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47C464-9D59-66C2-C65C-ABEFFAC88B0F}"/>
              </a:ext>
            </a:extLst>
          </p:cNvPr>
          <p:cNvSpPr txBox="1"/>
          <p:nvPr/>
        </p:nvSpPr>
        <p:spPr>
          <a:xfrm>
            <a:off x="5330915" y="1638300"/>
            <a:ext cx="793807" cy="677108"/>
          </a:xfrm>
          <a:prstGeom prst="rect">
            <a:avLst/>
          </a:prstGeom>
          <a:solidFill>
            <a:srgbClr val="F4E88C"/>
          </a:solidFill>
        </p:spPr>
        <p:txBody>
          <a:bodyPr wrap="none" rtlCol="0">
            <a:spAutoFit/>
          </a:bodyPr>
          <a:lstStyle/>
          <a:p>
            <a:r>
              <a:rPr lang="en-US" sz="1900" b="1" dirty="0"/>
              <a:t>Solar</a:t>
            </a:r>
            <a:br>
              <a:rPr lang="en-US" sz="1900" b="1" dirty="0"/>
            </a:br>
            <a:r>
              <a:rPr lang="en-US" sz="1900" b="1" dirty="0"/>
              <a:t>noon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66CF81-9213-D97F-8619-8C64EC704BEE}"/>
              </a:ext>
            </a:extLst>
          </p:cNvPr>
          <p:cNvSpPr/>
          <p:nvPr/>
        </p:nvSpPr>
        <p:spPr>
          <a:xfrm>
            <a:off x="6019800" y="5448300"/>
            <a:ext cx="793807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Documents and Settings\Tony Stallins\Desktop\new-1.jpg">
            <a:extLst>
              <a:ext uri="{FF2B5EF4-FFF2-40B4-BE49-F238E27FC236}">
                <a16:creationId xmlns:a16="http://schemas.microsoft.com/office/drawing/2014/main" id="{187B93B7-6F7E-58F9-1660-CB8B577758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3" b="2423"/>
          <a:stretch/>
        </p:blipFill>
        <p:spPr bwMode="auto">
          <a:xfrm>
            <a:off x="1600200" y="381000"/>
            <a:ext cx="887184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5570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6" descr="04_22">
            <a:extLst>
              <a:ext uri="{FF2B5EF4-FFF2-40B4-BE49-F238E27FC236}">
                <a16:creationId xmlns:a16="http://schemas.microsoft.com/office/drawing/2014/main" id="{30DED7C5-BA62-0371-EF6C-0F986EC9CD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1" b="13043"/>
          <a:stretch/>
        </p:blipFill>
        <p:spPr>
          <a:xfrm>
            <a:off x="357457" y="1447800"/>
            <a:ext cx="11477085" cy="3962400"/>
          </a:xfr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the north and south america&#10;&#10;Description automatically generated">
            <a:extLst>
              <a:ext uri="{FF2B5EF4-FFF2-40B4-BE49-F238E27FC236}">
                <a16:creationId xmlns:a16="http://schemas.microsoft.com/office/drawing/2014/main" id="{6EF82DC0-6FE0-B15C-E9CB-69F70C5A9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26"/>
          <a:stretch/>
        </p:blipFill>
        <p:spPr>
          <a:xfrm>
            <a:off x="2971800" y="228600"/>
            <a:ext cx="6116696" cy="4952962"/>
          </a:xfrm>
          <a:prstGeom prst="rect">
            <a:avLst/>
          </a:prstGeom>
          <a:solidFill>
            <a:schemeClr val="bg2"/>
          </a:soli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2FB44B-55A2-1322-8084-1B18AE7E2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1537" y="5283350"/>
            <a:ext cx="6136959" cy="15885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70C0"/>
      </a:hlink>
      <a:folHlink>
        <a:srgbClr val="0070C0"/>
      </a:folHlink>
    </a:clrScheme>
    <a:fontScheme name="Custom 7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17</Words>
  <Application>Microsoft Office PowerPoint</Application>
  <PresentationFormat>Widescreen</PresentationFormat>
  <Paragraphs>15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 Light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temperature patterns</dc:title>
  <dc:creator>Shawn Lewers</dc:creator>
  <cp:lastModifiedBy>Stallins, Jon A.</cp:lastModifiedBy>
  <cp:revision>100</cp:revision>
  <dcterms:created xsi:type="dcterms:W3CDTF">2006-07-01T19:42:40Z</dcterms:created>
  <dcterms:modified xsi:type="dcterms:W3CDTF">2026-02-04T13:57:40Z</dcterms:modified>
</cp:coreProperties>
</file>