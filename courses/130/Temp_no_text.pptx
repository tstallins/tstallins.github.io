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321" r:id="rId2"/>
    <p:sldId id="259" r:id="rId3"/>
    <p:sldId id="265" r:id="rId4"/>
    <p:sldId id="261" r:id="rId5"/>
    <p:sldId id="292" r:id="rId6"/>
    <p:sldId id="284" r:id="rId7"/>
    <p:sldId id="271" r:id="rId8"/>
    <p:sldId id="270" r:id="rId9"/>
    <p:sldId id="278" r:id="rId10"/>
    <p:sldId id="320" r:id="rId11"/>
    <p:sldId id="290" r:id="rId12"/>
    <p:sldId id="316" r:id="rId13"/>
    <p:sldId id="318" r:id="rId14"/>
    <p:sldId id="310" r:id="rId15"/>
    <p:sldId id="323" r:id="rId16"/>
    <p:sldId id="304" r:id="rId17"/>
    <p:sldId id="277" r:id="rId18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4E88C"/>
    <a:srgbClr val="65BD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680" autoAdjust="0"/>
  </p:normalViewPr>
  <p:slideViewPr>
    <p:cSldViewPr>
      <p:cViewPr varScale="1">
        <p:scale>
          <a:sx n="46" d="100"/>
          <a:sy n="46" d="100"/>
        </p:scale>
        <p:origin x="1420" y="3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53B09C91-4D58-6724-F352-FC59AAF4A6C0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C3B18CBB-25A6-9ADC-948D-0A64C65F949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4" name="Rectangle 4">
            <a:extLst>
              <a:ext uri="{FF2B5EF4-FFF2-40B4-BE49-F238E27FC236}">
                <a16:creationId xmlns:a16="http://schemas.microsoft.com/office/drawing/2014/main" id="{BC004273-0E03-8CDB-4E67-E99C385F6800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341" name="Rectangle 5">
            <a:extLst>
              <a:ext uri="{FF2B5EF4-FFF2-40B4-BE49-F238E27FC236}">
                <a16:creationId xmlns:a16="http://schemas.microsoft.com/office/drawing/2014/main" id="{E471B444-FAF9-9BA6-B7D5-438F8D32681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4342" name="Rectangle 6">
            <a:extLst>
              <a:ext uri="{FF2B5EF4-FFF2-40B4-BE49-F238E27FC236}">
                <a16:creationId xmlns:a16="http://schemas.microsoft.com/office/drawing/2014/main" id="{5BF6FAD0-4BB9-AA23-7F5E-2A8666274B40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3" name="Rectangle 7">
            <a:extLst>
              <a:ext uri="{FF2B5EF4-FFF2-40B4-BE49-F238E27FC236}">
                <a16:creationId xmlns:a16="http://schemas.microsoft.com/office/drawing/2014/main" id="{BD949B1A-6107-5BFA-D34F-89322C6498B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931C5E13-C77C-4F55-848C-A330A924E2A1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5220DC8B-4991-90EE-30B4-684B19590D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2DB6D32-FA2B-43FB-B309-E1D20ED3E41B}" type="slidenum">
              <a:rPr lang="en-US" altLang="en-US"/>
              <a:pPr/>
              <a:t>2</a:t>
            </a:fld>
            <a:endParaRPr lang="en-US" altLang="en-US" dirty="0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484EC191-7892-F39C-D12E-9A76BC6B37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FA84C6F6-AB4A-9C85-C89B-5F83019DF8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>
            <a:extLst>
              <a:ext uri="{FF2B5EF4-FFF2-40B4-BE49-F238E27FC236}">
                <a16:creationId xmlns:a16="http://schemas.microsoft.com/office/drawing/2014/main" id="{01B23C12-4730-F3C8-262B-5454135E5A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FFD8B9ED-1295-400B-B972-4C16DC97B9E0}" type="slidenum">
              <a:rPr lang="en-US" altLang="en-US"/>
              <a:pPr/>
              <a:t>3</a:t>
            </a:fld>
            <a:endParaRPr lang="en-US" altLang="en-US" dirty="0"/>
          </a:p>
        </p:txBody>
      </p:sp>
      <p:sp>
        <p:nvSpPr>
          <p:cNvPr id="34819" name="Rectangle 2">
            <a:extLst>
              <a:ext uri="{FF2B5EF4-FFF2-40B4-BE49-F238E27FC236}">
                <a16:creationId xmlns:a16="http://schemas.microsoft.com/office/drawing/2014/main" id="{38A5FEEA-599C-344E-5EE4-80E250BCF4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>
            <a:extLst>
              <a:ext uri="{FF2B5EF4-FFF2-40B4-BE49-F238E27FC236}">
                <a16:creationId xmlns:a16="http://schemas.microsoft.com/office/drawing/2014/main" id="{230DD71D-732D-6C7F-585C-7EA2430E0B9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93811D1D-138C-54C7-409F-D64DE59D196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7840528-C952-4EA2-8253-1D39C2BDF171}" type="slidenum">
              <a:rPr lang="en-US" altLang="en-US"/>
              <a:pPr/>
              <a:t>4</a:t>
            </a:fld>
            <a:endParaRPr lang="en-US" altLang="en-US" dirty="0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7F155B2F-38ED-787D-97E1-89DE64CB44D1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979EDA8B-106E-9A92-4E7C-1776C98BE2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Slide Image Placeholder 1">
            <a:extLst>
              <a:ext uri="{FF2B5EF4-FFF2-40B4-BE49-F238E27FC236}">
                <a16:creationId xmlns:a16="http://schemas.microsoft.com/office/drawing/2014/main" id="{85F46240-1562-6E44-5F8A-75086D15DD3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36867" name="Notes Placeholder 2">
            <a:extLst>
              <a:ext uri="{FF2B5EF4-FFF2-40B4-BE49-F238E27FC236}">
                <a16:creationId xmlns:a16="http://schemas.microsoft.com/office/drawing/2014/main" id="{6D1525C0-2948-F7B9-4184-BE4676A1B8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  <p:sp>
        <p:nvSpPr>
          <p:cNvPr id="36868" name="Slide Number Placeholder 3">
            <a:extLst>
              <a:ext uri="{FF2B5EF4-FFF2-40B4-BE49-F238E27FC236}">
                <a16:creationId xmlns:a16="http://schemas.microsoft.com/office/drawing/2014/main" id="{45C28706-4152-0B37-0506-188ECD4383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40BF192-07E4-4E2E-BAB5-ACD80075ECA0}" type="slidenum">
              <a:rPr lang="en-US" altLang="en-US"/>
              <a:pPr/>
              <a:t>5</a:t>
            </a:fld>
            <a:endParaRPr lang="en-US" alt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>
            <a:extLst>
              <a:ext uri="{FF2B5EF4-FFF2-40B4-BE49-F238E27FC236}">
                <a16:creationId xmlns:a16="http://schemas.microsoft.com/office/drawing/2014/main" id="{E743485A-045F-DAC7-7DC1-4D865837438B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DEE1DF5B-F395-4832-BF02-1546884DD0F0}" type="slidenum">
              <a:rPr lang="en-US" altLang="en-US"/>
              <a:pPr/>
              <a:t>6</a:t>
            </a:fld>
            <a:endParaRPr lang="en-US" altLang="en-US" dirty="0"/>
          </a:p>
        </p:txBody>
      </p:sp>
      <p:sp>
        <p:nvSpPr>
          <p:cNvPr id="37891" name="Rectangle 2">
            <a:extLst>
              <a:ext uri="{FF2B5EF4-FFF2-40B4-BE49-F238E27FC236}">
                <a16:creationId xmlns:a16="http://schemas.microsoft.com/office/drawing/2014/main" id="{A66529BC-9264-91A3-325A-5A5F8B66D55F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>
            <a:extLst>
              <a:ext uri="{FF2B5EF4-FFF2-40B4-BE49-F238E27FC236}">
                <a16:creationId xmlns:a16="http://schemas.microsoft.com/office/drawing/2014/main" id="{16BC6964-10B0-464A-8910-AA9831F1CE3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>
            <a:extLst>
              <a:ext uri="{FF2B5EF4-FFF2-40B4-BE49-F238E27FC236}">
                <a16:creationId xmlns:a16="http://schemas.microsoft.com/office/drawing/2014/main" id="{EF819075-FC8D-F76E-AA3F-CEE5B1FE0E7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5961DF9E-3864-4648-8E7E-81B9A0DFD2D9}" type="slidenum">
              <a:rPr lang="en-US" altLang="en-US"/>
              <a:pPr/>
              <a:t>7</a:t>
            </a:fld>
            <a:endParaRPr lang="en-US" altLang="en-US" dirty="0"/>
          </a:p>
        </p:txBody>
      </p:sp>
      <p:sp>
        <p:nvSpPr>
          <p:cNvPr id="38915" name="Rectangle 2">
            <a:extLst>
              <a:ext uri="{FF2B5EF4-FFF2-40B4-BE49-F238E27FC236}">
                <a16:creationId xmlns:a16="http://schemas.microsoft.com/office/drawing/2014/main" id="{5C7D509D-1B3F-7940-E2B7-F8ECC4B6C2D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>
            <a:extLst>
              <a:ext uri="{FF2B5EF4-FFF2-40B4-BE49-F238E27FC236}">
                <a16:creationId xmlns:a16="http://schemas.microsoft.com/office/drawing/2014/main" id="{6CA81D55-D8EC-4326-2176-265E4D2D891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>
            <a:extLst>
              <a:ext uri="{FF2B5EF4-FFF2-40B4-BE49-F238E27FC236}">
                <a16:creationId xmlns:a16="http://schemas.microsoft.com/office/drawing/2014/main" id="{8A2EE245-F46A-8C4C-7C41-335BC491CD0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0EC4C602-8AB5-4B70-BDD2-AD639CD20A56}" type="slidenum">
              <a:rPr lang="en-US" altLang="en-US"/>
              <a:pPr/>
              <a:t>8</a:t>
            </a:fld>
            <a:endParaRPr lang="en-US" altLang="en-US" dirty="0"/>
          </a:p>
        </p:txBody>
      </p:sp>
      <p:sp>
        <p:nvSpPr>
          <p:cNvPr id="41987" name="Rectangle 2">
            <a:extLst>
              <a:ext uri="{FF2B5EF4-FFF2-40B4-BE49-F238E27FC236}">
                <a16:creationId xmlns:a16="http://schemas.microsoft.com/office/drawing/2014/main" id="{F1BF5ACC-E52B-0932-9CB0-5101959E175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>
            <a:extLst>
              <a:ext uri="{FF2B5EF4-FFF2-40B4-BE49-F238E27FC236}">
                <a16:creationId xmlns:a16="http://schemas.microsoft.com/office/drawing/2014/main" id="{81B73A05-F861-2CBD-4FF2-B624AAE12D2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>
            <a:extLst>
              <a:ext uri="{FF2B5EF4-FFF2-40B4-BE49-F238E27FC236}">
                <a16:creationId xmlns:a16="http://schemas.microsoft.com/office/drawing/2014/main" id="{E7F90435-7B07-9988-7BC3-84430AB1099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82550925-2389-4E90-80EF-FCFC04C7AFAA}" type="slidenum">
              <a:rPr lang="en-US" altLang="en-US"/>
              <a:pPr/>
              <a:t>9</a:t>
            </a:fld>
            <a:endParaRPr lang="en-US" altLang="en-US" dirty="0"/>
          </a:p>
        </p:txBody>
      </p:sp>
      <p:sp>
        <p:nvSpPr>
          <p:cNvPr id="39939" name="Rectangle 2">
            <a:extLst>
              <a:ext uri="{FF2B5EF4-FFF2-40B4-BE49-F238E27FC236}">
                <a16:creationId xmlns:a16="http://schemas.microsoft.com/office/drawing/2014/main" id="{905B981A-A5CC-768C-78B0-1C542235753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>
            <a:extLst>
              <a:ext uri="{FF2B5EF4-FFF2-40B4-BE49-F238E27FC236}">
                <a16:creationId xmlns:a16="http://schemas.microsoft.com/office/drawing/2014/main" id="{6EE96BBA-7942-97B6-F4CD-1D28268D06D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5220DC8B-4991-90EE-30B4-684B19590D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B2DB6D32-FA2B-43FB-B309-E1D20ED3E41B}" type="slidenum">
              <a:rPr lang="en-US" altLang="en-US"/>
              <a:pPr/>
              <a:t>10</a:t>
            </a:fld>
            <a:endParaRPr lang="en-US" altLang="en-US" dirty="0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484EC191-7892-F39C-D12E-9A76BC6B37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FA84C6F6-AB4A-9C85-C89B-5F83019DF8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19215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>
            <a:extLst>
              <a:ext uri="{FF2B5EF4-FFF2-40B4-BE49-F238E27FC236}">
                <a16:creationId xmlns:a16="http://schemas.microsoft.com/office/drawing/2014/main" id="{7528E70C-6A39-8DE4-D2A5-51259452F63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9F5F9482-B5C5-4C6D-AED1-EC46DBCDAB5C}" type="slidenum">
              <a:rPr lang="en-US" altLang="en-US"/>
              <a:pPr/>
              <a:t>11</a:t>
            </a:fld>
            <a:endParaRPr lang="en-US" altLang="en-US" dirty="0"/>
          </a:p>
        </p:txBody>
      </p:sp>
      <p:sp>
        <p:nvSpPr>
          <p:cNvPr id="43011" name="Rectangle 2">
            <a:extLst>
              <a:ext uri="{FF2B5EF4-FFF2-40B4-BE49-F238E27FC236}">
                <a16:creationId xmlns:a16="http://schemas.microsoft.com/office/drawing/2014/main" id="{E1C994E6-CB34-DEE5-8B1D-A85E515DC99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>
            <a:extLst>
              <a:ext uri="{FF2B5EF4-FFF2-40B4-BE49-F238E27FC236}">
                <a16:creationId xmlns:a16="http://schemas.microsoft.com/office/drawing/2014/main" id="{D89D2F45-7FA3-24FA-5631-8CE30D67E0D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1C5E13-C77C-4F55-848C-A330A924E2A1}" type="slidenum">
              <a:rPr lang="en-US" altLang="en-US" smtClean="0"/>
              <a:pPr/>
              <a:t>13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059391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1C5E13-C77C-4F55-848C-A330A924E2A1}" type="slidenum">
              <a:rPr lang="en-US" altLang="en-US" smtClean="0"/>
              <a:pPr/>
              <a:t>14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02948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1C5E13-C77C-4F55-848C-A330A924E2A1}" type="slidenum">
              <a:rPr lang="en-US" altLang="en-US" smtClean="0"/>
              <a:pPr/>
              <a:t>16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778216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7">
            <a:extLst>
              <a:ext uri="{FF2B5EF4-FFF2-40B4-BE49-F238E27FC236}">
                <a16:creationId xmlns:a16="http://schemas.microsoft.com/office/drawing/2014/main" id="{6B2F0E3D-510D-2C70-F35B-C618C879B31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E4451E91-E8B8-475F-BD96-7E14AD7EABB4}" type="slidenum">
              <a:rPr lang="en-US" altLang="en-US"/>
              <a:pPr/>
              <a:t>17</a:t>
            </a:fld>
            <a:endParaRPr lang="en-US" altLang="en-US" dirty="0"/>
          </a:p>
        </p:txBody>
      </p:sp>
      <p:sp>
        <p:nvSpPr>
          <p:cNvPr id="50179" name="Rectangle 2">
            <a:extLst>
              <a:ext uri="{FF2B5EF4-FFF2-40B4-BE49-F238E27FC236}">
                <a16:creationId xmlns:a16="http://schemas.microsoft.com/office/drawing/2014/main" id="{03BF45D7-F624-F501-5CE6-2E3ACD495F3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3">
            <a:extLst>
              <a:ext uri="{FF2B5EF4-FFF2-40B4-BE49-F238E27FC236}">
                <a16:creationId xmlns:a16="http://schemas.microsoft.com/office/drawing/2014/main" id="{DA32DBE1-F75C-BC3F-A24D-9367472D9CC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8A995CFB-5BE7-1120-3394-A45DC757EA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FCB9FCA-539F-4106-FD09-F1CB44FCAF7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0864919-4A4A-DADF-E788-081E8212A54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7270F38-94E2-4AF0-ABE7-C1B83FEE4940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17777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386872F-EE3D-4F6C-277C-ABD1624A97E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1F57308-8FC5-0CDD-5962-BFCF57E992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25D5D1C-B05D-F2D5-41A5-CBE1DD8EE06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CDBF562-E703-4FDF-B35C-9AE3D3BFA7EA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13887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528999CB-0777-35C8-1B94-46227DDDF9C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FCC80A17-DAFB-9DAF-1293-A248F6CCDA1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BA0B558-8896-CE27-D66A-1ADD3F0C8C7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D8E9D2F-DD0A-4E34-8BC3-139CE7DC28D9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5489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5ECF06-E01A-A0D7-E8E7-70B125A81E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DCB637-6A78-35F1-0103-50864E4EE81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DC65A9-0628-10F1-8F2A-19AA9B821A1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395CF8C-A842-4511-8B5C-DCFE6D444015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042016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56599BFA-0CAA-885F-4082-6C7BAB041CC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A5908B12-8DF1-CA96-9E5F-2A23BBDE2C0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98F31C55-E5B7-503B-38B3-0EE531DBC33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C9BFDB7-91E0-47BD-801E-B5E2FE772CF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8935916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C9365E8-E494-B3F7-4951-82C1F04C85B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FAD2805-2480-6E2C-8665-3D19913DE4F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B0D6D9D-169B-DD13-190A-CE27F290E8A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759825-ED3B-4F35-BB65-34C33A58EF88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42169519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22F9196F-516F-31FD-A30F-3403174C630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A0CF88E-727F-65C3-BEB6-188DC7BA653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D6AD585-392A-DDA1-F932-9BF772EBA18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0AD80E4-1702-4C2B-A898-49DDD0399319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9888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406928-043A-BD87-A122-7D6ADBE6495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084E6-EA26-7601-F6E9-8E5DDE08613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D1FB56-0A1D-B678-3D01-454044185EF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CD118BF-4532-404F-A582-DF011131F4A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243816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926694-B6B6-FCC4-9B34-5EDFBE36025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B2DD6C-55C9-B2D8-7EE3-9410FA9796B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510A31-CDEF-2ED1-4523-D2A5BE5F985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92BD25F-0BAE-4E40-8099-E8CE9A4AF0E9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37156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0275CB1-7AFC-A8D7-CEB8-AFEB373306E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A1E881B-4314-E95A-5C4D-1BECC4E3548B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DAD5125-767D-858C-F34C-C91A92EFEB1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0234163-35F4-43CE-B122-3753D22BD2CA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92708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8919E5-F4AC-F597-4E35-5534E21BC18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3B7DC81-30FD-0618-2354-A34A7CABC56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04C5316-55B5-51A4-20EC-DDA0324E51C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04918D6-2796-48EC-A01A-DF516ADD94C8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55101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/>
          </p:nvPr>
        </p:nvSpPr>
        <p:spPr>
          <a:xfrm>
            <a:off x="609600" y="274639"/>
            <a:ext cx="10972800" cy="58515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F7649C6-D10A-4640-3307-01EC55B93C4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143A328E-69D5-C65E-C893-B09C39B17DA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E9E1084-9AF0-8204-2030-150CBC92A0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424952B-286B-41BE-877D-6FE4E5FC92C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5437629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81EEC7-20F4-6120-DABC-6D24BDB31B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312ADA-6932-14AE-5182-A024DDB8E37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E4AAFB-59A9-9FBF-F7C4-A31551B3B2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DE7E653-2F02-46E7-B7B2-FE3985070FBA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817377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EF884E0-295B-A7E2-AD11-F502EE6DE2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E1505F-10EE-F98C-45F8-C966BED38B7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3728C5E8-9412-BAA4-2535-82B1A86F9AFC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F15F04CD-E53B-7A18-CE8C-C8E92666E9A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D3A7825-F2BE-0EAB-639C-3CD8303749F2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/>
            </a:lvl1pPr>
          </a:lstStyle>
          <a:p>
            <a:fld id="{2974263F-AD8E-4563-B3DC-C13B2394F7D0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united states with blue lines&#10;&#10;Description automatically generated">
            <a:extLst>
              <a:ext uri="{FF2B5EF4-FFF2-40B4-BE49-F238E27FC236}">
                <a16:creationId xmlns:a16="http://schemas.microsoft.com/office/drawing/2014/main" id="{126D390A-87DC-645F-E665-823B44672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228600"/>
            <a:ext cx="8839200" cy="6002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847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10" descr="fg03_15">
            <a:extLst>
              <a:ext uri="{FF2B5EF4-FFF2-40B4-BE49-F238E27FC236}">
                <a16:creationId xmlns:a16="http://schemas.microsoft.com/office/drawing/2014/main" id="{46B25210-CEEE-DC5B-E5EF-B343BD544125}"/>
              </a:ext>
            </a:extLst>
          </p:cNvPr>
          <p:cNvPicPr>
            <a:picLocks noGrp="1" noChangeAspect="1" noChangeArrowheads="1"/>
          </p:cNvPicPr>
          <p:nvPr>
            <p:ph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7" b="18747"/>
          <a:stretch/>
        </p:blipFill>
        <p:spPr>
          <a:xfrm>
            <a:off x="244078" y="685800"/>
            <a:ext cx="11703844" cy="5486400"/>
          </a:xfr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6" descr="himalayas">
            <a:extLst>
              <a:ext uri="{FF2B5EF4-FFF2-40B4-BE49-F238E27FC236}">
                <a16:creationId xmlns:a16="http://schemas.microsoft.com/office/drawing/2014/main" id="{6C82A4F9-10EA-E91E-5B89-D3507542B54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971800" y="152400"/>
            <a:ext cx="6629400" cy="6584950"/>
          </a:xfr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matter&#10;&#10;Description automatically generated">
            <a:extLst>
              <a:ext uri="{FF2B5EF4-FFF2-40B4-BE49-F238E27FC236}">
                <a16:creationId xmlns:a16="http://schemas.microsoft.com/office/drawing/2014/main" id="{D600F363-A98F-4A42-ECAD-711208B4F7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3662" y="238125"/>
            <a:ext cx="6924675" cy="638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D937DDBF-9A3C-9DA7-B464-ABDE66556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445" b="5672"/>
          <a:stretch/>
        </p:blipFill>
        <p:spPr bwMode="auto">
          <a:xfrm>
            <a:off x="1066800" y="129914"/>
            <a:ext cx="9372600" cy="6728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D4BE765-2C65-C421-CC96-166E88ECFF7F}"/>
              </a:ext>
            </a:extLst>
          </p:cNvPr>
          <p:cNvSpPr/>
          <p:nvPr/>
        </p:nvSpPr>
        <p:spPr>
          <a:xfrm>
            <a:off x="7848600" y="762000"/>
            <a:ext cx="1143000" cy="1066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BC48B6-68EF-1C2B-47B6-17F49A3D57C6}"/>
              </a:ext>
            </a:extLst>
          </p:cNvPr>
          <p:cNvSpPr/>
          <p:nvPr/>
        </p:nvSpPr>
        <p:spPr>
          <a:xfrm>
            <a:off x="7848600" y="3962401"/>
            <a:ext cx="1143000" cy="10668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4" descr="05_17">
            <a:extLst>
              <a:ext uri="{FF2B5EF4-FFF2-40B4-BE49-F238E27FC236}">
                <a16:creationId xmlns:a16="http://schemas.microsoft.com/office/drawing/2014/main" id="{670FF2F6-8278-842B-8D0F-682DBBB44BD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254"/>
          <a:stretch/>
        </p:blipFill>
        <p:spPr>
          <a:xfrm>
            <a:off x="914400" y="380999"/>
            <a:ext cx="10287000" cy="6109691"/>
          </a:xfr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4" descr="canada_pol_94">
            <a:extLst>
              <a:ext uri="{FF2B5EF4-FFF2-40B4-BE49-F238E27FC236}">
                <a16:creationId xmlns:a16="http://schemas.microsoft.com/office/drawing/2014/main" id="{B4EA42F8-0A23-7098-0419-62053E7BF4AD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21" t="48545" r="5916" b="22223"/>
          <a:stretch/>
        </p:blipFill>
        <p:spPr>
          <a:xfrm>
            <a:off x="0" y="914400"/>
            <a:ext cx="12208677" cy="4648200"/>
          </a:xfrm>
          <a:noFill/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1B1A7D5-E958-340D-DA74-227A5DCA9312}"/>
              </a:ext>
            </a:extLst>
          </p:cNvPr>
          <p:cNvSpPr/>
          <p:nvPr/>
        </p:nvSpPr>
        <p:spPr>
          <a:xfrm>
            <a:off x="914400" y="2209800"/>
            <a:ext cx="914400" cy="45720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F891CB-E18C-7A7D-2D7E-BB6F8BA37449}"/>
              </a:ext>
            </a:extLst>
          </p:cNvPr>
          <p:cNvSpPr/>
          <p:nvPr/>
        </p:nvSpPr>
        <p:spPr>
          <a:xfrm>
            <a:off x="4343400" y="3263900"/>
            <a:ext cx="914400" cy="45720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5" name="Picture 6" descr="land and water heating diff">
            <a:extLst>
              <a:ext uri="{FF2B5EF4-FFF2-40B4-BE49-F238E27FC236}">
                <a16:creationId xmlns:a16="http://schemas.microsoft.com/office/drawing/2014/main" id="{F99A060B-BAC5-2D56-2A72-EA01A3164E5D}"/>
              </a:ext>
            </a:extLst>
          </p:cNvPr>
          <p:cNvPicPr>
            <a:picLocks noGrp="1" noChangeAspect="1" noChangeArrowheads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12420" y="30480"/>
            <a:ext cx="11567160" cy="6874696"/>
          </a:xfr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4" descr="MaxT1_southeast">
            <a:extLst>
              <a:ext uri="{FF2B5EF4-FFF2-40B4-BE49-F238E27FC236}">
                <a16:creationId xmlns:a16="http://schemas.microsoft.com/office/drawing/2014/main" id="{7FB816AD-3191-9A47-1D90-A637EA4F1925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739"/>
          <a:stretch/>
        </p:blipFill>
        <p:spPr>
          <a:xfrm>
            <a:off x="2666999" y="0"/>
            <a:ext cx="7606219" cy="6809378"/>
          </a:xfr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10" descr="fg03_15">
            <a:extLst>
              <a:ext uri="{FF2B5EF4-FFF2-40B4-BE49-F238E27FC236}">
                <a16:creationId xmlns:a16="http://schemas.microsoft.com/office/drawing/2014/main" id="{46B25210-CEEE-DC5B-E5EF-B343BD544125}"/>
              </a:ext>
            </a:extLst>
          </p:cNvPr>
          <p:cNvPicPr>
            <a:picLocks noGrp="1" noChangeAspect="1" noChangeArrowheads="1"/>
          </p:cNvPicPr>
          <p:nvPr>
            <p:ph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747" b="18747"/>
          <a:stretch/>
        </p:blipFill>
        <p:spPr>
          <a:xfrm>
            <a:off x="457200" y="845820"/>
            <a:ext cx="11021120" cy="5166360"/>
          </a:xfrm>
          <a:noFill/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E67FDB1-059E-D970-607C-088F8B71CC33}"/>
              </a:ext>
            </a:extLst>
          </p:cNvPr>
          <p:cNvSpPr/>
          <p:nvPr/>
        </p:nvSpPr>
        <p:spPr>
          <a:xfrm>
            <a:off x="3305221" y="1371817"/>
            <a:ext cx="2259013" cy="1379983"/>
          </a:xfrm>
          <a:prstGeom prst="ellipse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F39875E-CA6B-6842-325A-6C84D5423A89}"/>
              </a:ext>
            </a:extLst>
          </p:cNvPr>
          <p:cNvSpPr/>
          <p:nvPr/>
        </p:nvSpPr>
        <p:spPr>
          <a:xfrm>
            <a:off x="632867" y="1694875"/>
            <a:ext cx="2259013" cy="1379983"/>
          </a:xfrm>
          <a:prstGeom prst="ellipse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4A3DB33-DBE1-0B8D-802E-FD9FAE3578C8}"/>
              </a:ext>
            </a:extLst>
          </p:cNvPr>
          <p:cNvSpPr/>
          <p:nvPr/>
        </p:nvSpPr>
        <p:spPr>
          <a:xfrm>
            <a:off x="5834166" y="1371818"/>
            <a:ext cx="2259013" cy="1379983"/>
          </a:xfrm>
          <a:prstGeom prst="ellipse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4AE100E-421B-B1A2-98F1-B466235373D4}"/>
              </a:ext>
            </a:extLst>
          </p:cNvPr>
          <p:cNvSpPr/>
          <p:nvPr/>
        </p:nvSpPr>
        <p:spPr>
          <a:xfrm>
            <a:off x="8506520" y="1371818"/>
            <a:ext cx="2259013" cy="1379983"/>
          </a:xfrm>
          <a:prstGeom prst="ellipse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689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9" name="Picture 5" descr="land and water NH and SH">
            <a:extLst>
              <a:ext uri="{FF2B5EF4-FFF2-40B4-BE49-F238E27FC236}">
                <a16:creationId xmlns:a16="http://schemas.microsoft.com/office/drawing/2014/main" id="{60C685CB-CFC6-7DA8-7606-A2C88B2B96BE}"/>
              </a:ext>
            </a:extLst>
          </p:cNvPr>
          <p:cNvPicPr>
            <a:picLocks noGrp="1" noChangeAspect="1" noChangeArrowheads="1"/>
          </p:cNvPicPr>
          <p:nvPr>
            <p:ph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286000" y="54499"/>
            <a:ext cx="7620000" cy="6803501"/>
          </a:xfr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diagram of clouds and water&#10;&#10;Description automatically generated with medium confidence">
            <a:extLst>
              <a:ext uri="{FF2B5EF4-FFF2-40B4-BE49-F238E27FC236}">
                <a16:creationId xmlns:a16="http://schemas.microsoft.com/office/drawing/2014/main" id="{D4A21901-0EF0-E180-7BE1-3FCDC2FD4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609600"/>
            <a:ext cx="11125200" cy="5997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279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5BD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fg02_02">
            <a:extLst>
              <a:ext uri="{FF2B5EF4-FFF2-40B4-BE49-F238E27FC236}">
                <a16:creationId xmlns:a16="http://schemas.microsoft.com/office/drawing/2014/main" id="{0C27170D-2647-0D01-E30E-19281E46689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528" t="4855" r="30815" b="69635"/>
          <a:stretch>
            <a:fillRect/>
          </a:stretch>
        </p:blipFill>
        <p:spPr bwMode="auto">
          <a:xfrm>
            <a:off x="0" y="320040"/>
            <a:ext cx="12649200" cy="62179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608693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daily temp lag">
            <a:extLst>
              <a:ext uri="{FF2B5EF4-FFF2-40B4-BE49-F238E27FC236}">
                <a16:creationId xmlns:a16="http://schemas.microsoft.com/office/drawing/2014/main" id="{CC5CBA8F-4F2C-4C5B-0D65-7378BEA629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06" b="5556"/>
          <a:stretch/>
        </p:blipFill>
        <p:spPr bwMode="auto">
          <a:xfrm>
            <a:off x="2667000" y="914400"/>
            <a:ext cx="7467600" cy="5562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47C464-9D59-66C2-C65C-ABEFFAC88B0F}"/>
              </a:ext>
            </a:extLst>
          </p:cNvPr>
          <p:cNvSpPr txBox="1"/>
          <p:nvPr/>
        </p:nvSpPr>
        <p:spPr>
          <a:xfrm>
            <a:off x="5330915" y="1638300"/>
            <a:ext cx="793807" cy="677108"/>
          </a:xfrm>
          <a:prstGeom prst="rect">
            <a:avLst/>
          </a:prstGeom>
          <a:solidFill>
            <a:srgbClr val="F4E88C"/>
          </a:solidFill>
        </p:spPr>
        <p:txBody>
          <a:bodyPr wrap="none" rtlCol="0">
            <a:spAutoFit/>
          </a:bodyPr>
          <a:lstStyle/>
          <a:p>
            <a:r>
              <a:rPr lang="en-US" sz="1900" b="1" dirty="0"/>
              <a:t>Solar</a:t>
            </a:r>
            <a:br>
              <a:rPr lang="en-US" sz="1900" b="1" dirty="0"/>
            </a:br>
            <a:r>
              <a:rPr lang="en-US" sz="1900" b="1" dirty="0"/>
              <a:t>noon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66CF81-9213-D97F-8619-8C64EC704BEE}"/>
              </a:ext>
            </a:extLst>
          </p:cNvPr>
          <p:cNvSpPr/>
          <p:nvPr/>
        </p:nvSpPr>
        <p:spPr>
          <a:xfrm>
            <a:off x="6019800" y="5448300"/>
            <a:ext cx="793807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C:\Documents and Settings\Tony Stallins\Desktop\new-1.jpg">
            <a:extLst>
              <a:ext uri="{FF2B5EF4-FFF2-40B4-BE49-F238E27FC236}">
                <a16:creationId xmlns:a16="http://schemas.microsoft.com/office/drawing/2014/main" id="{187B93B7-6F7E-58F9-1660-CB8B57775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83" b="2423"/>
          <a:stretch/>
        </p:blipFill>
        <p:spPr bwMode="auto">
          <a:xfrm>
            <a:off x="1600200" y="381000"/>
            <a:ext cx="8871840" cy="609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855709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6" descr="04_22">
            <a:extLst>
              <a:ext uri="{FF2B5EF4-FFF2-40B4-BE49-F238E27FC236}">
                <a16:creationId xmlns:a16="http://schemas.microsoft.com/office/drawing/2014/main" id="{30DED7C5-BA62-0371-EF6C-0F986EC9CDB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631" b="13043"/>
          <a:stretch/>
        </p:blipFill>
        <p:spPr>
          <a:xfrm>
            <a:off x="357457" y="1447800"/>
            <a:ext cx="11477085" cy="3962400"/>
          </a:xfr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the north and south america&#10;&#10;Description automatically generated">
            <a:extLst>
              <a:ext uri="{FF2B5EF4-FFF2-40B4-BE49-F238E27FC236}">
                <a16:creationId xmlns:a16="http://schemas.microsoft.com/office/drawing/2014/main" id="{6EF82DC0-6FE0-B15C-E9CB-69F70C5A9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26"/>
          <a:stretch/>
        </p:blipFill>
        <p:spPr>
          <a:xfrm>
            <a:off x="2971800" y="228600"/>
            <a:ext cx="6116696" cy="4952962"/>
          </a:xfrm>
          <a:prstGeom prst="rect">
            <a:avLst/>
          </a:prstGeom>
          <a:solidFill>
            <a:schemeClr val="bg2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82FB44B-55A2-1322-8084-1B18AE7E2B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51537" y="5283350"/>
            <a:ext cx="6136959" cy="158850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70C0"/>
      </a:hlink>
      <a:folHlink>
        <a:srgbClr val="0070C0"/>
      </a:folHlink>
    </a:clrScheme>
    <a:fontScheme name="Custom 7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872</TotalTime>
  <Words>17</Words>
  <Application>Microsoft Office PowerPoint</Application>
  <PresentationFormat>Widescreen</PresentationFormat>
  <Paragraphs>15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 Light</vt:lpstr>
      <vt:lpstr>Default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FSU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temperature patterns</dc:title>
  <dc:creator>Shawn Lewers</dc:creator>
  <cp:lastModifiedBy>Stallins, Jon A.</cp:lastModifiedBy>
  <cp:revision>99</cp:revision>
  <dcterms:created xsi:type="dcterms:W3CDTF">2006-07-01T19:42:40Z</dcterms:created>
  <dcterms:modified xsi:type="dcterms:W3CDTF">2026-02-04T13:47:00Z</dcterms:modified>
</cp:coreProperties>
</file>